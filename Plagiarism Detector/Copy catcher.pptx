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C89A0E-A380-42D7-961D-353BCA17F8FC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546B"/>
    <a:srgbClr val="5E5E5E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7" d="100"/>
          <a:sy n="57" d="100"/>
        </p:scale>
        <p:origin x="456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B08DC-1FDE-4B5C-BC21-E85138CFD8E6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f69c67ab14a39a6a3cdec36d916140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0480" y="-5514975"/>
            <a:ext cx="26006425" cy="14672945"/>
          </a:xfrm>
          <a:prstGeom prst="rect">
            <a:avLst/>
          </a:prstGeom>
        </p:spPr>
      </p:pic>
      <p:sp useBgFill="1">
        <p:nvSpPr>
          <p:cNvPr id="10" name="Freeform 9"/>
          <p:cNvSpPr/>
          <p:nvPr/>
        </p:nvSpPr>
        <p:spPr>
          <a:xfrm>
            <a:off x="5749925" y="1835150"/>
            <a:ext cx="699135" cy="738505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578" h="9581">
                <a:moveTo>
                  <a:pt x="4695" y="9580"/>
                </a:moveTo>
                <a:lnTo>
                  <a:pt x="4883" y="9580"/>
                </a:lnTo>
                <a:lnTo>
                  <a:pt x="4851" y="9580"/>
                </a:lnTo>
                <a:cubicBezTo>
                  <a:pt x="4830" y="9580"/>
                  <a:pt x="4810" y="9581"/>
                  <a:pt x="4789" y="9581"/>
                </a:cubicBezTo>
                <a:cubicBezTo>
                  <a:pt x="4768" y="9581"/>
                  <a:pt x="4748" y="9580"/>
                  <a:pt x="4727" y="9580"/>
                </a:cubicBezTo>
                <a:lnTo>
                  <a:pt x="4695" y="9580"/>
                </a:lnTo>
                <a:close/>
                <a:moveTo>
                  <a:pt x="7181" y="4910"/>
                </a:moveTo>
                <a:lnTo>
                  <a:pt x="9578" y="4910"/>
                </a:lnTo>
                <a:lnTo>
                  <a:pt x="9576" y="4966"/>
                </a:lnTo>
                <a:cubicBezTo>
                  <a:pt x="9488" y="7407"/>
                  <a:pt x="7573" y="9383"/>
                  <a:pt x="5158" y="9567"/>
                </a:cubicBezTo>
                <a:lnTo>
                  <a:pt x="5112" y="9570"/>
                </a:lnTo>
                <a:lnTo>
                  <a:pt x="5112" y="7164"/>
                </a:lnTo>
                <a:lnTo>
                  <a:pt x="5154" y="7158"/>
                </a:lnTo>
                <a:cubicBezTo>
                  <a:pt x="6250" y="6990"/>
                  <a:pt x="7101" y="6080"/>
                  <a:pt x="7179" y="4957"/>
                </a:cubicBezTo>
                <a:lnTo>
                  <a:pt x="7181" y="4910"/>
                </a:lnTo>
                <a:close/>
                <a:moveTo>
                  <a:pt x="0" y="4910"/>
                </a:moveTo>
                <a:lnTo>
                  <a:pt x="2397" y="4910"/>
                </a:lnTo>
                <a:lnTo>
                  <a:pt x="2400" y="4968"/>
                </a:lnTo>
                <a:cubicBezTo>
                  <a:pt x="2489" y="6167"/>
                  <a:pt x="3460" y="7121"/>
                  <a:pt x="4666" y="7182"/>
                </a:cubicBezTo>
                <a:lnTo>
                  <a:pt x="4671" y="7182"/>
                </a:lnTo>
                <a:lnTo>
                  <a:pt x="4671" y="9579"/>
                </a:lnTo>
                <a:lnTo>
                  <a:pt x="4665" y="9579"/>
                </a:lnTo>
                <a:cubicBezTo>
                  <a:pt x="2117" y="9514"/>
                  <a:pt x="64" y="7460"/>
                  <a:pt x="0" y="4911"/>
                </a:cubicBezTo>
                <a:lnTo>
                  <a:pt x="0" y="4910"/>
                </a:lnTo>
                <a:close/>
                <a:moveTo>
                  <a:pt x="5112" y="9"/>
                </a:moveTo>
                <a:lnTo>
                  <a:pt x="5158" y="13"/>
                </a:lnTo>
                <a:cubicBezTo>
                  <a:pt x="7515" y="192"/>
                  <a:pt x="9396" y="2078"/>
                  <a:pt x="9567" y="4438"/>
                </a:cubicBezTo>
                <a:lnTo>
                  <a:pt x="9569" y="4469"/>
                </a:lnTo>
                <a:lnTo>
                  <a:pt x="7163" y="4469"/>
                </a:lnTo>
                <a:lnTo>
                  <a:pt x="7162" y="4458"/>
                </a:lnTo>
                <a:cubicBezTo>
                  <a:pt x="7017" y="3411"/>
                  <a:pt x="6196" y="2581"/>
                  <a:pt x="5154" y="2421"/>
                </a:cubicBezTo>
                <a:lnTo>
                  <a:pt x="5112" y="2415"/>
                </a:lnTo>
                <a:lnTo>
                  <a:pt x="5112" y="9"/>
                </a:lnTo>
                <a:close/>
                <a:moveTo>
                  <a:pt x="4671" y="0"/>
                </a:moveTo>
                <a:lnTo>
                  <a:pt x="4671" y="2397"/>
                </a:lnTo>
                <a:lnTo>
                  <a:pt x="4666" y="2397"/>
                </a:lnTo>
                <a:cubicBezTo>
                  <a:pt x="3519" y="2455"/>
                  <a:pt x="2585" y="3320"/>
                  <a:pt x="2420" y="4436"/>
                </a:cubicBezTo>
                <a:lnTo>
                  <a:pt x="2415" y="4469"/>
                </a:lnTo>
                <a:lnTo>
                  <a:pt x="9" y="4469"/>
                </a:lnTo>
                <a:lnTo>
                  <a:pt x="12" y="4427"/>
                </a:lnTo>
                <a:cubicBezTo>
                  <a:pt x="194" y="1991"/>
                  <a:pt x="2198" y="63"/>
                  <a:pt x="4665" y="0"/>
                </a:cubicBezTo>
                <a:lnTo>
                  <a:pt x="4671" y="0"/>
                </a:lnTo>
                <a:close/>
              </a:path>
            </a:pathLst>
          </a:custGeom>
          <a:ln>
            <a:noFill/>
          </a:ln>
          <a:effectLst>
            <a:outerShdw blurRad="622300" dist="38100" dir="5400000" algn="t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3" name="Freeform 12"/>
          <p:cNvSpPr/>
          <p:nvPr/>
        </p:nvSpPr>
        <p:spPr>
          <a:xfrm>
            <a:off x="5905500" y="1999615"/>
            <a:ext cx="387985" cy="409575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578" h="9581">
                <a:moveTo>
                  <a:pt x="4695" y="9580"/>
                </a:moveTo>
                <a:lnTo>
                  <a:pt x="4883" y="9580"/>
                </a:lnTo>
                <a:lnTo>
                  <a:pt x="4851" y="9580"/>
                </a:lnTo>
                <a:cubicBezTo>
                  <a:pt x="4830" y="9580"/>
                  <a:pt x="4810" y="9581"/>
                  <a:pt x="4789" y="9581"/>
                </a:cubicBezTo>
                <a:cubicBezTo>
                  <a:pt x="4768" y="9581"/>
                  <a:pt x="4748" y="9580"/>
                  <a:pt x="4727" y="9580"/>
                </a:cubicBezTo>
                <a:lnTo>
                  <a:pt x="4695" y="9580"/>
                </a:lnTo>
                <a:close/>
                <a:moveTo>
                  <a:pt x="7181" y="4910"/>
                </a:moveTo>
                <a:lnTo>
                  <a:pt x="9578" y="4910"/>
                </a:lnTo>
                <a:lnTo>
                  <a:pt x="9576" y="4966"/>
                </a:lnTo>
                <a:cubicBezTo>
                  <a:pt x="9488" y="7407"/>
                  <a:pt x="7573" y="9383"/>
                  <a:pt x="5158" y="9567"/>
                </a:cubicBezTo>
                <a:lnTo>
                  <a:pt x="5112" y="9570"/>
                </a:lnTo>
                <a:lnTo>
                  <a:pt x="5112" y="7164"/>
                </a:lnTo>
                <a:lnTo>
                  <a:pt x="5154" y="7158"/>
                </a:lnTo>
                <a:cubicBezTo>
                  <a:pt x="6250" y="6990"/>
                  <a:pt x="7101" y="6080"/>
                  <a:pt x="7179" y="4957"/>
                </a:cubicBezTo>
                <a:lnTo>
                  <a:pt x="7181" y="4910"/>
                </a:lnTo>
                <a:close/>
                <a:moveTo>
                  <a:pt x="0" y="4910"/>
                </a:moveTo>
                <a:lnTo>
                  <a:pt x="2397" y="4910"/>
                </a:lnTo>
                <a:lnTo>
                  <a:pt x="2400" y="4968"/>
                </a:lnTo>
                <a:cubicBezTo>
                  <a:pt x="2489" y="6167"/>
                  <a:pt x="3460" y="7121"/>
                  <a:pt x="4666" y="7182"/>
                </a:cubicBezTo>
                <a:lnTo>
                  <a:pt x="4671" y="7182"/>
                </a:lnTo>
                <a:lnTo>
                  <a:pt x="4671" y="9579"/>
                </a:lnTo>
                <a:lnTo>
                  <a:pt x="4665" y="9579"/>
                </a:lnTo>
                <a:cubicBezTo>
                  <a:pt x="2117" y="9514"/>
                  <a:pt x="64" y="7460"/>
                  <a:pt x="0" y="4911"/>
                </a:cubicBezTo>
                <a:lnTo>
                  <a:pt x="0" y="4910"/>
                </a:lnTo>
                <a:close/>
                <a:moveTo>
                  <a:pt x="5112" y="9"/>
                </a:moveTo>
                <a:lnTo>
                  <a:pt x="5158" y="13"/>
                </a:lnTo>
                <a:cubicBezTo>
                  <a:pt x="7515" y="192"/>
                  <a:pt x="9396" y="2078"/>
                  <a:pt x="9567" y="4438"/>
                </a:cubicBezTo>
                <a:lnTo>
                  <a:pt x="9569" y="4469"/>
                </a:lnTo>
                <a:lnTo>
                  <a:pt x="7163" y="4469"/>
                </a:lnTo>
                <a:lnTo>
                  <a:pt x="7162" y="4458"/>
                </a:lnTo>
                <a:cubicBezTo>
                  <a:pt x="7017" y="3411"/>
                  <a:pt x="6196" y="2581"/>
                  <a:pt x="5154" y="2421"/>
                </a:cubicBezTo>
                <a:lnTo>
                  <a:pt x="5112" y="2415"/>
                </a:lnTo>
                <a:lnTo>
                  <a:pt x="5112" y="9"/>
                </a:lnTo>
                <a:close/>
                <a:moveTo>
                  <a:pt x="4671" y="0"/>
                </a:moveTo>
                <a:lnTo>
                  <a:pt x="4671" y="2397"/>
                </a:lnTo>
                <a:lnTo>
                  <a:pt x="4666" y="2397"/>
                </a:lnTo>
                <a:cubicBezTo>
                  <a:pt x="3519" y="2455"/>
                  <a:pt x="2585" y="3320"/>
                  <a:pt x="2420" y="4436"/>
                </a:cubicBezTo>
                <a:lnTo>
                  <a:pt x="2415" y="4469"/>
                </a:lnTo>
                <a:lnTo>
                  <a:pt x="9" y="4469"/>
                </a:lnTo>
                <a:lnTo>
                  <a:pt x="12" y="4427"/>
                </a:lnTo>
                <a:cubicBezTo>
                  <a:pt x="194" y="1991"/>
                  <a:pt x="2198" y="63"/>
                  <a:pt x="4665" y="0"/>
                </a:cubicBezTo>
                <a:lnTo>
                  <a:pt x="4671" y="0"/>
                </a:lnTo>
                <a:close/>
              </a:path>
            </a:pathLst>
          </a:custGeom>
          <a:ln>
            <a:noFill/>
          </a:ln>
          <a:effectLst>
            <a:outerShdw blurRad="622300" dist="38100" dir="5400000" algn="t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altLang="en-US">
                <a:solidFill>
                  <a:schemeClr val="tx1"/>
                </a:solidFill>
              </a:rPr>
              <a:t>                              </a:t>
            </a:r>
          </a:p>
        </p:txBody>
      </p:sp>
      <p:sp useBgFill="1">
        <p:nvSpPr>
          <p:cNvPr id="14" name="Freeform 13"/>
          <p:cNvSpPr/>
          <p:nvPr/>
        </p:nvSpPr>
        <p:spPr>
          <a:xfrm>
            <a:off x="5968365" y="2082165"/>
            <a:ext cx="262255" cy="244475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578" h="9581">
                <a:moveTo>
                  <a:pt x="4695" y="9580"/>
                </a:moveTo>
                <a:lnTo>
                  <a:pt x="4883" y="9580"/>
                </a:lnTo>
                <a:lnTo>
                  <a:pt x="4851" y="9580"/>
                </a:lnTo>
                <a:cubicBezTo>
                  <a:pt x="4830" y="9580"/>
                  <a:pt x="4810" y="9581"/>
                  <a:pt x="4789" y="9581"/>
                </a:cubicBezTo>
                <a:cubicBezTo>
                  <a:pt x="4768" y="9581"/>
                  <a:pt x="4748" y="9580"/>
                  <a:pt x="4727" y="9580"/>
                </a:cubicBezTo>
                <a:lnTo>
                  <a:pt x="4695" y="9580"/>
                </a:lnTo>
                <a:close/>
                <a:moveTo>
                  <a:pt x="7181" y="4910"/>
                </a:moveTo>
                <a:lnTo>
                  <a:pt x="9578" y="4910"/>
                </a:lnTo>
                <a:lnTo>
                  <a:pt x="9576" y="4966"/>
                </a:lnTo>
                <a:cubicBezTo>
                  <a:pt x="9488" y="7407"/>
                  <a:pt x="7573" y="9383"/>
                  <a:pt x="5158" y="9567"/>
                </a:cubicBezTo>
                <a:lnTo>
                  <a:pt x="5112" y="9570"/>
                </a:lnTo>
                <a:lnTo>
                  <a:pt x="5112" y="7164"/>
                </a:lnTo>
                <a:lnTo>
                  <a:pt x="5154" y="7158"/>
                </a:lnTo>
                <a:cubicBezTo>
                  <a:pt x="6250" y="6990"/>
                  <a:pt x="7101" y="6080"/>
                  <a:pt x="7179" y="4957"/>
                </a:cubicBezTo>
                <a:lnTo>
                  <a:pt x="7181" y="4910"/>
                </a:lnTo>
                <a:close/>
                <a:moveTo>
                  <a:pt x="0" y="4910"/>
                </a:moveTo>
                <a:lnTo>
                  <a:pt x="2397" y="4910"/>
                </a:lnTo>
                <a:lnTo>
                  <a:pt x="2400" y="4968"/>
                </a:lnTo>
                <a:cubicBezTo>
                  <a:pt x="2489" y="6167"/>
                  <a:pt x="3460" y="7121"/>
                  <a:pt x="4666" y="7182"/>
                </a:cubicBezTo>
                <a:lnTo>
                  <a:pt x="4671" y="7182"/>
                </a:lnTo>
                <a:lnTo>
                  <a:pt x="4671" y="9579"/>
                </a:lnTo>
                <a:lnTo>
                  <a:pt x="4665" y="9579"/>
                </a:lnTo>
                <a:cubicBezTo>
                  <a:pt x="2117" y="9514"/>
                  <a:pt x="64" y="7460"/>
                  <a:pt x="0" y="4911"/>
                </a:cubicBezTo>
                <a:lnTo>
                  <a:pt x="0" y="4910"/>
                </a:lnTo>
                <a:close/>
                <a:moveTo>
                  <a:pt x="5112" y="9"/>
                </a:moveTo>
                <a:lnTo>
                  <a:pt x="5158" y="13"/>
                </a:lnTo>
                <a:cubicBezTo>
                  <a:pt x="7515" y="192"/>
                  <a:pt x="9396" y="2078"/>
                  <a:pt x="9567" y="4438"/>
                </a:cubicBezTo>
                <a:lnTo>
                  <a:pt x="9569" y="4469"/>
                </a:lnTo>
                <a:lnTo>
                  <a:pt x="7163" y="4469"/>
                </a:lnTo>
                <a:lnTo>
                  <a:pt x="7162" y="4458"/>
                </a:lnTo>
                <a:cubicBezTo>
                  <a:pt x="7017" y="3411"/>
                  <a:pt x="6196" y="2581"/>
                  <a:pt x="5154" y="2421"/>
                </a:cubicBezTo>
                <a:lnTo>
                  <a:pt x="5112" y="2415"/>
                </a:lnTo>
                <a:lnTo>
                  <a:pt x="5112" y="9"/>
                </a:lnTo>
                <a:close/>
                <a:moveTo>
                  <a:pt x="4671" y="0"/>
                </a:moveTo>
                <a:lnTo>
                  <a:pt x="4671" y="2397"/>
                </a:lnTo>
                <a:lnTo>
                  <a:pt x="4666" y="2397"/>
                </a:lnTo>
                <a:cubicBezTo>
                  <a:pt x="3519" y="2455"/>
                  <a:pt x="2585" y="3320"/>
                  <a:pt x="2420" y="4436"/>
                </a:cubicBezTo>
                <a:lnTo>
                  <a:pt x="2415" y="4469"/>
                </a:lnTo>
                <a:lnTo>
                  <a:pt x="9" y="4469"/>
                </a:lnTo>
                <a:lnTo>
                  <a:pt x="12" y="4427"/>
                </a:lnTo>
                <a:cubicBezTo>
                  <a:pt x="194" y="1991"/>
                  <a:pt x="2198" y="63"/>
                  <a:pt x="4665" y="0"/>
                </a:cubicBezTo>
                <a:lnTo>
                  <a:pt x="4671" y="0"/>
                </a:lnTo>
                <a:close/>
              </a:path>
            </a:pathLst>
          </a:custGeom>
          <a:ln>
            <a:noFill/>
          </a:ln>
          <a:effectLst>
            <a:outerShdw blurRad="622300" dist="38100" dir="5400000" algn="t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just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f69c67ab14a39a6a3cdec36d916140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" y="635"/>
            <a:ext cx="12155170" cy="6857365"/>
          </a:xfrm>
          <a:prstGeom prst="rect">
            <a:avLst/>
          </a:prstGeom>
        </p:spPr>
      </p:pic>
      <p:sp useBgFill="1">
        <p:nvSpPr>
          <p:cNvPr id="10" name="Freeform 9"/>
          <p:cNvSpPr/>
          <p:nvPr/>
        </p:nvSpPr>
        <p:spPr>
          <a:xfrm rot="1620000">
            <a:off x="-2837815" y="-4408805"/>
            <a:ext cx="17477105" cy="14858365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578" h="9581">
                <a:moveTo>
                  <a:pt x="4695" y="9580"/>
                </a:moveTo>
                <a:lnTo>
                  <a:pt x="4883" y="9580"/>
                </a:lnTo>
                <a:lnTo>
                  <a:pt x="4851" y="9580"/>
                </a:lnTo>
                <a:cubicBezTo>
                  <a:pt x="4830" y="9580"/>
                  <a:pt x="4810" y="9581"/>
                  <a:pt x="4789" y="9581"/>
                </a:cubicBezTo>
                <a:cubicBezTo>
                  <a:pt x="4768" y="9581"/>
                  <a:pt x="4748" y="9580"/>
                  <a:pt x="4727" y="9580"/>
                </a:cubicBezTo>
                <a:lnTo>
                  <a:pt x="4695" y="9580"/>
                </a:lnTo>
                <a:close/>
                <a:moveTo>
                  <a:pt x="7181" y="4910"/>
                </a:moveTo>
                <a:lnTo>
                  <a:pt x="9578" y="4910"/>
                </a:lnTo>
                <a:lnTo>
                  <a:pt x="9576" y="4966"/>
                </a:lnTo>
                <a:cubicBezTo>
                  <a:pt x="9488" y="7407"/>
                  <a:pt x="7573" y="9383"/>
                  <a:pt x="5158" y="9567"/>
                </a:cubicBezTo>
                <a:lnTo>
                  <a:pt x="5112" y="9570"/>
                </a:lnTo>
                <a:lnTo>
                  <a:pt x="5112" y="7164"/>
                </a:lnTo>
                <a:lnTo>
                  <a:pt x="5154" y="7158"/>
                </a:lnTo>
                <a:cubicBezTo>
                  <a:pt x="6250" y="6990"/>
                  <a:pt x="7101" y="6080"/>
                  <a:pt x="7179" y="4957"/>
                </a:cubicBezTo>
                <a:lnTo>
                  <a:pt x="7181" y="4910"/>
                </a:lnTo>
                <a:close/>
                <a:moveTo>
                  <a:pt x="0" y="4910"/>
                </a:moveTo>
                <a:lnTo>
                  <a:pt x="2397" y="4910"/>
                </a:lnTo>
                <a:lnTo>
                  <a:pt x="2400" y="4968"/>
                </a:lnTo>
                <a:cubicBezTo>
                  <a:pt x="2489" y="6167"/>
                  <a:pt x="3460" y="7121"/>
                  <a:pt x="4666" y="7182"/>
                </a:cubicBezTo>
                <a:lnTo>
                  <a:pt x="4671" y="7182"/>
                </a:lnTo>
                <a:lnTo>
                  <a:pt x="4671" y="9579"/>
                </a:lnTo>
                <a:lnTo>
                  <a:pt x="4665" y="9579"/>
                </a:lnTo>
                <a:cubicBezTo>
                  <a:pt x="2117" y="9514"/>
                  <a:pt x="64" y="7460"/>
                  <a:pt x="0" y="4911"/>
                </a:cubicBezTo>
                <a:lnTo>
                  <a:pt x="0" y="4910"/>
                </a:lnTo>
                <a:close/>
                <a:moveTo>
                  <a:pt x="5112" y="9"/>
                </a:moveTo>
                <a:lnTo>
                  <a:pt x="5158" y="13"/>
                </a:lnTo>
                <a:cubicBezTo>
                  <a:pt x="7515" y="192"/>
                  <a:pt x="9396" y="2078"/>
                  <a:pt x="9567" y="4438"/>
                </a:cubicBezTo>
                <a:lnTo>
                  <a:pt x="9569" y="4469"/>
                </a:lnTo>
                <a:lnTo>
                  <a:pt x="7163" y="4469"/>
                </a:lnTo>
                <a:lnTo>
                  <a:pt x="7162" y="4458"/>
                </a:lnTo>
                <a:cubicBezTo>
                  <a:pt x="7017" y="3411"/>
                  <a:pt x="6196" y="2581"/>
                  <a:pt x="5154" y="2421"/>
                </a:cubicBezTo>
                <a:lnTo>
                  <a:pt x="5112" y="2415"/>
                </a:lnTo>
                <a:lnTo>
                  <a:pt x="5112" y="9"/>
                </a:lnTo>
                <a:close/>
                <a:moveTo>
                  <a:pt x="4671" y="0"/>
                </a:moveTo>
                <a:lnTo>
                  <a:pt x="4671" y="2397"/>
                </a:lnTo>
                <a:lnTo>
                  <a:pt x="4666" y="2397"/>
                </a:lnTo>
                <a:cubicBezTo>
                  <a:pt x="3519" y="2455"/>
                  <a:pt x="2585" y="3320"/>
                  <a:pt x="2420" y="4436"/>
                </a:cubicBezTo>
                <a:lnTo>
                  <a:pt x="2415" y="4469"/>
                </a:lnTo>
                <a:lnTo>
                  <a:pt x="9" y="4469"/>
                </a:lnTo>
                <a:lnTo>
                  <a:pt x="12" y="4427"/>
                </a:lnTo>
                <a:cubicBezTo>
                  <a:pt x="194" y="1991"/>
                  <a:pt x="2198" y="63"/>
                  <a:pt x="4665" y="0"/>
                </a:cubicBezTo>
                <a:lnTo>
                  <a:pt x="4671" y="0"/>
                </a:lnTo>
                <a:close/>
              </a:path>
            </a:pathLst>
          </a:custGeom>
          <a:ln>
            <a:noFill/>
          </a:ln>
          <a:effectLst>
            <a:outerShdw blurRad="622300" dist="38100" dir="5400000" algn="t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3" name="Freeform 12"/>
          <p:cNvSpPr/>
          <p:nvPr/>
        </p:nvSpPr>
        <p:spPr>
          <a:xfrm rot="14160000">
            <a:off x="-4166235" y="-4865370"/>
            <a:ext cx="20133945" cy="16588105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578" h="9581">
                <a:moveTo>
                  <a:pt x="4695" y="9580"/>
                </a:moveTo>
                <a:lnTo>
                  <a:pt x="4883" y="9580"/>
                </a:lnTo>
                <a:lnTo>
                  <a:pt x="4851" y="9580"/>
                </a:lnTo>
                <a:cubicBezTo>
                  <a:pt x="4830" y="9580"/>
                  <a:pt x="4810" y="9581"/>
                  <a:pt x="4789" y="9581"/>
                </a:cubicBezTo>
                <a:cubicBezTo>
                  <a:pt x="4768" y="9581"/>
                  <a:pt x="4748" y="9580"/>
                  <a:pt x="4727" y="9580"/>
                </a:cubicBezTo>
                <a:lnTo>
                  <a:pt x="4695" y="9580"/>
                </a:lnTo>
                <a:close/>
                <a:moveTo>
                  <a:pt x="7181" y="4910"/>
                </a:moveTo>
                <a:lnTo>
                  <a:pt x="9578" y="4910"/>
                </a:lnTo>
                <a:lnTo>
                  <a:pt x="9576" y="4966"/>
                </a:lnTo>
                <a:cubicBezTo>
                  <a:pt x="9488" y="7407"/>
                  <a:pt x="7573" y="9383"/>
                  <a:pt x="5158" y="9567"/>
                </a:cubicBezTo>
                <a:lnTo>
                  <a:pt x="5112" y="9570"/>
                </a:lnTo>
                <a:lnTo>
                  <a:pt x="5112" y="7164"/>
                </a:lnTo>
                <a:lnTo>
                  <a:pt x="5154" y="7158"/>
                </a:lnTo>
                <a:cubicBezTo>
                  <a:pt x="6250" y="6990"/>
                  <a:pt x="7101" y="6080"/>
                  <a:pt x="7179" y="4957"/>
                </a:cubicBezTo>
                <a:lnTo>
                  <a:pt x="7181" y="4910"/>
                </a:lnTo>
                <a:close/>
                <a:moveTo>
                  <a:pt x="0" y="4910"/>
                </a:moveTo>
                <a:lnTo>
                  <a:pt x="2397" y="4910"/>
                </a:lnTo>
                <a:lnTo>
                  <a:pt x="2400" y="4968"/>
                </a:lnTo>
                <a:cubicBezTo>
                  <a:pt x="2489" y="6167"/>
                  <a:pt x="3460" y="7121"/>
                  <a:pt x="4666" y="7182"/>
                </a:cubicBezTo>
                <a:lnTo>
                  <a:pt x="4671" y="7182"/>
                </a:lnTo>
                <a:lnTo>
                  <a:pt x="4671" y="9579"/>
                </a:lnTo>
                <a:lnTo>
                  <a:pt x="4665" y="9579"/>
                </a:lnTo>
                <a:cubicBezTo>
                  <a:pt x="2117" y="9514"/>
                  <a:pt x="64" y="7460"/>
                  <a:pt x="0" y="4911"/>
                </a:cubicBezTo>
                <a:lnTo>
                  <a:pt x="0" y="4910"/>
                </a:lnTo>
                <a:close/>
                <a:moveTo>
                  <a:pt x="5112" y="9"/>
                </a:moveTo>
                <a:lnTo>
                  <a:pt x="5158" y="13"/>
                </a:lnTo>
                <a:cubicBezTo>
                  <a:pt x="7515" y="192"/>
                  <a:pt x="9396" y="2078"/>
                  <a:pt x="9567" y="4438"/>
                </a:cubicBezTo>
                <a:lnTo>
                  <a:pt x="9569" y="4469"/>
                </a:lnTo>
                <a:lnTo>
                  <a:pt x="7163" y="4469"/>
                </a:lnTo>
                <a:lnTo>
                  <a:pt x="7162" y="4458"/>
                </a:lnTo>
                <a:cubicBezTo>
                  <a:pt x="7017" y="3411"/>
                  <a:pt x="6196" y="2581"/>
                  <a:pt x="5154" y="2421"/>
                </a:cubicBezTo>
                <a:lnTo>
                  <a:pt x="5112" y="2415"/>
                </a:lnTo>
                <a:lnTo>
                  <a:pt x="5112" y="9"/>
                </a:lnTo>
                <a:close/>
                <a:moveTo>
                  <a:pt x="4671" y="0"/>
                </a:moveTo>
                <a:lnTo>
                  <a:pt x="4671" y="2397"/>
                </a:lnTo>
                <a:lnTo>
                  <a:pt x="4666" y="2397"/>
                </a:lnTo>
                <a:cubicBezTo>
                  <a:pt x="3519" y="2455"/>
                  <a:pt x="2585" y="3320"/>
                  <a:pt x="2420" y="4436"/>
                </a:cubicBezTo>
                <a:lnTo>
                  <a:pt x="2415" y="4469"/>
                </a:lnTo>
                <a:lnTo>
                  <a:pt x="9" y="4469"/>
                </a:lnTo>
                <a:lnTo>
                  <a:pt x="12" y="4427"/>
                </a:lnTo>
                <a:cubicBezTo>
                  <a:pt x="194" y="1991"/>
                  <a:pt x="2198" y="63"/>
                  <a:pt x="4665" y="0"/>
                </a:cubicBezTo>
                <a:lnTo>
                  <a:pt x="4671" y="0"/>
                </a:lnTo>
                <a:close/>
              </a:path>
            </a:pathLst>
          </a:custGeom>
          <a:ln>
            <a:noFill/>
          </a:ln>
          <a:effectLst>
            <a:outerShdw blurRad="622300" dist="38100" dir="5400000" algn="t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4" name="Freeform 13"/>
          <p:cNvSpPr/>
          <p:nvPr/>
        </p:nvSpPr>
        <p:spPr>
          <a:xfrm>
            <a:off x="-1510030" y="-3523615"/>
            <a:ext cx="15318105" cy="13722985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578" h="9581">
                <a:moveTo>
                  <a:pt x="4695" y="9580"/>
                </a:moveTo>
                <a:lnTo>
                  <a:pt x="4883" y="9580"/>
                </a:lnTo>
                <a:lnTo>
                  <a:pt x="4851" y="9580"/>
                </a:lnTo>
                <a:cubicBezTo>
                  <a:pt x="4830" y="9580"/>
                  <a:pt x="4810" y="9581"/>
                  <a:pt x="4789" y="9581"/>
                </a:cubicBezTo>
                <a:cubicBezTo>
                  <a:pt x="4768" y="9581"/>
                  <a:pt x="4748" y="9580"/>
                  <a:pt x="4727" y="9580"/>
                </a:cubicBezTo>
                <a:lnTo>
                  <a:pt x="4695" y="9580"/>
                </a:lnTo>
                <a:close/>
                <a:moveTo>
                  <a:pt x="7181" y="4910"/>
                </a:moveTo>
                <a:lnTo>
                  <a:pt x="9578" y="4910"/>
                </a:lnTo>
                <a:lnTo>
                  <a:pt x="9576" y="4966"/>
                </a:lnTo>
                <a:cubicBezTo>
                  <a:pt x="9488" y="7407"/>
                  <a:pt x="7573" y="9383"/>
                  <a:pt x="5158" y="9567"/>
                </a:cubicBezTo>
                <a:lnTo>
                  <a:pt x="5112" y="9570"/>
                </a:lnTo>
                <a:lnTo>
                  <a:pt x="5112" y="7164"/>
                </a:lnTo>
                <a:lnTo>
                  <a:pt x="5154" y="7158"/>
                </a:lnTo>
                <a:cubicBezTo>
                  <a:pt x="6250" y="6990"/>
                  <a:pt x="7101" y="6080"/>
                  <a:pt x="7179" y="4957"/>
                </a:cubicBezTo>
                <a:lnTo>
                  <a:pt x="7181" y="4910"/>
                </a:lnTo>
                <a:close/>
                <a:moveTo>
                  <a:pt x="0" y="4910"/>
                </a:moveTo>
                <a:lnTo>
                  <a:pt x="2397" y="4910"/>
                </a:lnTo>
                <a:lnTo>
                  <a:pt x="2400" y="4968"/>
                </a:lnTo>
                <a:cubicBezTo>
                  <a:pt x="2489" y="6167"/>
                  <a:pt x="3460" y="7121"/>
                  <a:pt x="4666" y="7182"/>
                </a:cubicBezTo>
                <a:lnTo>
                  <a:pt x="4671" y="7182"/>
                </a:lnTo>
                <a:lnTo>
                  <a:pt x="4671" y="9579"/>
                </a:lnTo>
                <a:lnTo>
                  <a:pt x="4665" y="9579"/>
                </a:lnTo>
                <a:cubicBezTo>
                  <a:pt x="2117" y="9514"/>
                  <a:pt x="64" y="7460"/>
                  <a:pt x="0" y="4911"/>
                </a:cubicBezTo>
                <a:lnTo>
                  <a:pt x="0" y="4910"/>
                </a:lnTo>
                <a:close/>
                <a:moveTo>
                  <a:pt x="5112" y="9"/>
                </a:moveTo>
                <a:lnTo>
                  <a:pt x="5158" y="13"/>
                </a:lnTo>
                <a:cubicBezTo>
                  <a:pt x="7515" y="192"/>
                  <a:pt x="9396" y="2078"/>
                  <a:pt x="9567" y="4438"/>
                </a:cubicBezTo>
                <a:lnTo>
                  <a:pt x="9569" y="4469"/>
                </a:lnTo>
                <a:lnTo>
                  <a:pt x="7163" y="4469"/>
                </a:lnTo>
                <a:lnTo>
                  <a:pt x="7162" y="4458"/>
                </a:lnTo>
                <a:cubicBezTo>
                  <a:pt x="7017" y="3411"/>
                  <a:pt x="6196" y="2581"/>
                  <a:pt x="5154" y="2421"/>
                </a:cubicBezTo>
                <a:lnTo>
                  <a:pt x="5112" y="2415"/>
                </a:lnTo>
                <a:lnTo>
                  <a:pt x="5112" y="9"/>
                </a:lnTo>
                <a:close/>
                <a:moveTo>
                  <a:pt x="4671" y="0"/>
                </a:moveTo>
                <a:lnTo>
                  <a:pt x="4671" y="2397"/>
                </a:lnTo>
                <a:lnTo>
                  <a:pt x="4666" y="2397"/>
                </a:lnTo>
                <a:cubicBezTo>
                  <a:pt x="3519" y="2455"/>
                  <a:pt x="2585" y="3320"/>
                  <a:pt x="2420" y="4436"/>
                </a:cubicBezTo>
                <a:lnTo>
                  <a:pt x="2415" y="4469"/>
                </a:lnTo>
                <a:lnTo>
                  <a:pt x="9" y="4469"/>
                </a:lnTo>
                <a:lnTo>
                  <a:pt x="12" y="4427"/>
                </a:lnTo>
                <a:cubicBezTo>
                  <a:pt x="194" y="1991"/>
                  <a:pt x="2198" y="63"/>
                  <a:pt x="4665" y="0"/>
                </a:cubicBezTo>
                <a:lnTo>
                  <a:pt x="4671" y="0"/>
                </a:lnTo>
                <a:close/>
              </a:path>
            </a:pathLst>
          </a:custGeom>
          <a:ln>
            <a:noFill/>
          </a:ln>
          <a:effectLst>
            <a:outerShdw blurRad="622300" dist="38100" dir="5400000" algn="t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852420" y="1851660"/>
            <a:ext cx="659384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9600">
                <a:solidFill>
                  <a:schemeClr val="bg1"/>
                </a:solidFill>
                <a:latin typeface="Harlow Solid Italic" panose="04030604020F02020D02" charset="0"/>
                <a:cs typeface="Harlow Solid Italic" panose="04030604020F02020D02" charset="0"/>
              </a:rPr>
              <a:t>Plagarism</a:t>
            </a:r>
          </a:p>
          <a:p>
            <a:pPr algn="ctr"/>
            <a:r>
              <a:rPr lang="en-GB" altLang="en-US" sz="9600">
                <a:solidFill>
                  <a:schemeClr val="bg1"/>
                </a:solidFill>
                <a:latin typeface="Harlow Solid Italic" panose="04030604020F02020D02" charset="0"/>
                <a:cs typeface="Harlow Solid Italic" panose="04030604020F02020D02" charset="0"/>
              </a:rPr>
              <a:t>Detector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E2E4E0-EE20-4B19-8334-6F6BC3CBF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666CB71-D789-4A8B-B4A7-1CC941793E1E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1658898" y="2769275"/>
                </a:moveTo>
                <a:lnTo>
                  <a:pt x="1658898" y="2931795"/>
                </a:lnTo>
                <a:lnTo>
                  <a:pt x="1881693" y="2931795"/>
                </a:lnTo>
                <a:lnTo>
                  <a:pt x="1881693" y="2769275"/>
                </a:lnTo>
                <a:close/>
                <a:moveTo>
                  <a:pt x="845403" y="2310735"/>
                </a:moveTo>
                <a:lnTo>
                  <a:pt x="845403" y="2572375"/>
                </a:lnTo>
                <a:lnTo>
                  <a:pt x="961935" y="2572375"/>
                </a:lnTo>
                <a:lnTo>
                  <a:pt x="961935" y="2459415"/>
                </a:lnTo>
                <a:lnTo>
                  <a:pt x="1033373" y="2459415"/>
                </a:lnTo>
                <a:lnTo>
                  <a:pt x="1033373" y="2783116"/>
                </a:lnTo>
                <a:lnTo>
                  <a:pt x="979795" y="2783116"/>
                </a:lnTo>
                <a:lnTo>
                  <a:pt x="979795" y="2931795"/>
                </a:lnTo>
                <a:lnTo>
                  <a:pt x="1328499" y="2931795"/>
                </a:lnTo>
                <a:lnTo>
                  <a:pt x="1328499" y="2783116"/>
                </a:lnTo>
                <a:lnTo>
                  <a:pt x="1273581" y="2783116"/>
                </a:lnTo>
                <a:lnTo>
                  <a:pt x="1273581" y="2459415"/>
                </a:lnTo>
                <a:lnTo>
                  <a:pt x="1344572" y="2459415"/>
                </a:lnTo>
                <a:lnTo>
                  <a:pt x="1344572" y="2572375"/>
                </a:lnTo>
                <a:lnTo>
                  <a:pt x="1461105" y="2572375"/>
                </a:lnTo>
                <a:lnTo>
                  <a:pt x="1461105" y="2310735"/>
                </a:lnTo>
                <a:close/>
                <a:moveTo>
                  <a:pt x="423624" y="2310735"/>
                </a:moveTo>
                <a:lnTo>
                  <a:pt x="423624" y="2459415"/>
                </a:lnTo>
                <a:lnTo>
                  <a:pt x="480774" y="2459415"/>
                </a:lnTo>
                <a:lnTo>
                  <a:pt x="480774" y="2783116"/>
                </a:lnTo>
                <a:lnTo>
                  <a:pt x="423624" y="2783116"/>
                </a:lnTo>
                <a:lnTo>
                  <a:pt x="423624" y="2931795"/>
                </a:lnTo>
                <a:lnTo>
                  <a:pt x="777686" y="2931795"/>
                </a:lnTo>
                <a:lnTo>
                  <a:pt x="777686" y="2783116"/>
                </a:lnTo>
                <a:lnTo>
                  <a:pt x="720983" y="2783116"/>
                </a:lnTo>
                <a:lnTo>
                  <a:pt x="720983" y="2459415"/>
                </a:lnTo>
                <a:lnTo>
                  <a:pt x="777686" y="2459415"/>
                </a:lnTo>
                <a:lnTo>
                  <a:pt x="777686" y="2310735"/>
                </a:lnTo>
                <a:close/>
                <a:moveTo>
                  <a:pt x="1785253" y="2298234"/>
                </a:moveTo>
                <a:cubicBezTo>
                  <a:pt x="1709648" y="2298234"/>
                  <a:pt x="1647289" y="2312968"/>
                  <a:pt x="1598176" y="2342436"/>
                </a:cubicBezTo>
                <a:cubicBezTo>
                  <a:pt x="1548765" y="2372499"/>
                  <a:pt x="1522571" y="2417148"/>
                  <a:pt x="1519595" y="2476381"/>
                </a:cubicBezTo>
                <a:lnTo>
                  <a:pt x="1699081" y="2476381"/>
                </a:lnTo>
                <a:cubicBezTo>
                  <a:pt x="1699081" y="2449592"/>
                  <a:pt x="1706523" y="2430542"/>
                  <a:pt x="1721405" y="2419231"/>
                </a:cubicBezTo>
                <a:cubicBezTo>
                  <a:pt x="1735990" y="2408218"/>
                  <a:pt x="1752808" y="2402711"/>
                  <a:pt x="1771858" y="2402711"/>
                </a:cubicBezTo>
                <a:cubicBezTo>
                  <a:pt x="1795075" y="2402711"/>
                  <a:pt x="1813530" y="2409855"/>
                  <a:pt x="1827222" y="2424142"/>
                </a:cubicBezTo>
                <a:cubicBezTo>
                  <a:pt x="1840914" y="2438132"/>
                  <a:pt x="1847761" y="2456289"/>
                  <a:pt x="1847761" y="2478614"/>
                </a:cubicBezTo>
                <a:cubicBezTo>
                  <a:pt x="1847761" y="2500938"/>
                  <a:pt x="1839872" y="2519988"/>
                  <a:pt x="1824097" y="2535764"/>
                </a:cubicBezTo>
                <a:cubicBezTo>
                  <a:pt x="1808321" y="2551539"/>
                  <a:pt x="1784657" y="2559427"/>
                  <a:pt x="1753106" y="2559427"/>
                </a:cubicBezTo>
                <a:cubicBezTo>
                  <a:pt x="1733163" y="2559427"/>
                  <a:pt x="1715601" y="2556600"/>
                  <a:pt x="1700421" y="2550944"/>
                </a:cubicBezTo>
                <a:lnTo>
                  <a:pt x="1712029" y="2690247"/>
                </a:lnTo>
                <a:lnTo>
                  <a:pt x="1829008" y="2690247"/>
                </a:lnTo>
                <a:lnTo>
                  <a:pt x="1837938" y="2650510"/>
                </a:lnTo>
                <a:cubicBezTo>
                  <a:pt x="1897767" y="2650510"/>
                  <a:pt x="1948815" y="2635330"/>
                  <a:pt x="1991082" y="2604969"/>
                </a:cubicBezTo>
                <a:cubicBezTo>
                  <a:pt x="2033052" y="2574608"/>
                  <a:pt x="2054036" y="2531894"/>
                  <a:pt x="2054036" y="2476828"/>
                </a:cubicBezTo>
                <a:cubicBezTo>
                  <a:pt x="2054036" y="2426524"/>
                  <a:pt x="2031861" y="2384108"/>
                  <a:pt x="1987510" y="2349580"/>
                </a:cubicBezTo>
                <a:cubicBezTo>
                  <a:pt x="1943159" y="2315349"/>
                  <a:pt x="1875740" y="2298234"/>
                  <a:pt x="1785253" y="2298234"/>
                </a:cubicBezTo>
                <a:close/>
                <a:moveTo>
                  <a:pt x="2515999" y="1372969"/>
                </a:moveTo>
                <a:lnTo>
                  <a:pt x="2568684" y="1544866"/>
                </a:lnTo>
                <a:lnTo>
                  <a:pt x="2457509" y="1544866"/>
                </a:lnTo>
                <a:close/>
                <a:moveTo>
                  <a:pt x="3795474" y="1215360"/>
                </a:moveTo>
                <a:lnTo>
                  <a:pt x="3795474" y="1364040"/>
                </a:lnTo>
                <a:lnTo>
                  <a:pt x="3852624" y="1364040"/>
                </a:lnTo>
                <a:lnTo>
                  <a:pt x="3852624" y="1687741"/>
                </a:lnTo>
                <a:lnTo>
                  <a:pt x="3795474" y="1687741"/>
                </a:lnTo>
                <a:lnTo>
                  <a:pt x="3795474" y="1836420"/>
                </a:lnTo>
                <a:lnTo>
                  <a:pt x="4149536" y="1836420"/>
                </a:lnTo>
                <a:lnTo>
                  <a:pt x="4149536" y="1687741"/>
                </a:lnTo>
                <a:lnTo>
                  <a:pt x="4092833" y="1687741"/>
                </a:lnTo>
                <a:lnTo>
                  <a:pt x="4092833" y="1364040"/>
                </a:lnTo>
                <a:lnTo>
                  <a:pt x="4149536" y="1364040"/>
                </a:lnTo>
                <a:lnTo>
                  <a:pt x="4149536" y="1215360"/>
                </a:lnTo>
                <a:close/>
                <a:moveTo>
                  <a:pt x="2883753" y="1215360"/>
                </a:moveTo>
                <a:lnTo>
                  <a:pt x="2883753" y="1477000"/>
                </a:lnTo>
                <a:lnTo>
                  <a:pt x="3000285" y="1477000"/>
                </a:lnTo>
                <a:lnTo>
                  <a:pt x="3000285" y="1364040"/>
                </a:lnTo>
                <a:lnTo>
                  <a:pt x="3071723" y="1364040"/>
                </a:lnTo>
                <a:lnTo>
                  <a:pt x="3071723" y="1687741"/>
                </a:lnTo>
                <a:lnTo>
                  <a:pt x="3018145" y="1687741"/>
                </a:lnTo>
                <a:lnTo>
                  <a:pt x="3018145" y="1836420"/>
                </a:lnTo>
                <a:lnTo>
                  <a:pt x="3366849" y="1836420"/>
                </a:lnTo>
                <a:lnTo>
                  <a:pt x="3366849" y="1687741"/>
                </a:lnTo>
                <a:lnTo>
                  <a:pt x="3311931" y="1687741"/>
                </a:lnTo>
                <a:lnTo>
                  <a:pt x="3311931" y="1364040"/>
                </a:lnTo>
                <a:lnTo>
                  <a:pt x="3382922" y="1364040"/>
                </a:lnTo>
                <a:lnTo>
                  <a:pt x="3382922" y="1477000"/>
                </a:lnTo>
                <a:lnTo>
                  <a:pt x="3499455" y="1477000"/>
                </a:lnTo>
                <a:lnTo>
                  <a:pt x="3499455" y="1215360"/>
                </a:lnTo>
                <a:close/>
                <a:moveTo>
                  <a:pt x="2325350" y="1215360"/>
                </a:moveTo>
                <a:lnTo>
                  <a:pt x="2325350" y="1364040"/>
                </a:lnTo>
                <a:lnTo>
                  <a:pt x="2375356" y="1364040"/>
                </a:lnTo>
                <a:lnTo>
                  <a:pt x="2258824" y="1687741"/>
                </a:lnTo>
                <a:lnTo>
                  <a:pt x="2211496" y="1687741"/>
                </a:lnTo>
                <a:lnTo>
                  <a:pt x="2211496" y="1836420"/>
                </a:lnTo>
                <a:lnTo>
                  <a:pt x="2457509" y="1836420"/>
                </a:lnTo>
                <a:lnTo>
                  <a:pt x="2457509" y="1700242"/>
                </a:lnTo>
                <a:lnTo>
                  <a:pt x="2406610" y="1700242"/>
                </a:lnTo>
                <a:lnTo>
                  <a:pt x="2433846" y="1622108"/>
                </a:lnTo>
                <a:lnTo>
                  <a:pt x="2592794" y="1622108"/>
                </a:lnTo>
                <a:lnTo>
                  <a:pt x="2616458" y="1700242"/>
                </a:lnTo>
                <a:lnTo>
                  <a:pt x="2561987" y="1700242"/>
                </a:lnTo>
                <a:lnTo>
                  <a:pt x="2561987" y="1836420"/>
                </a:lnTo>
                <a:lnTo>
                  <a:pt x="2886134" y="1836420"/>
                </a:lnTo>
                <a:lnTo>
                  <a:pt x="2886134" y="1687741"/>
                </a:lnTo>
                <a:lnTo>
                  <a:pt x="2840593" y="1687741"/>
                </a:lnTo>
                <a:lnTo>
                  <a:pt x="2721828" y="1364040"/>
                </a:lnTo>
                <a:lnTo>
                  <a:pt x="2771834" y="1364040"/>
                </a:lnTo>
                <a:lnTo>
                  <a:pt x="2771834" y="1215360"/>
                </a:lnTo>
                <a:close/>
                <a:moveTo>
                  <a:pt x="1441311" y="1215360"/>
                </a:moveTo>
                <a:lnTo>
                  <a:pt x="1441311" y="1364040"/>
                </a:lnTo>
                <a:lnTo>
                  <a:pt x="1489085" y="1364040"/>
                </a:lnTo>
                <a:lnTo>
                  <a:pt x="1489085" y="1687741"/>
                </a:lnTo>
                <a:lnTo>
                  <a:pt x="1442204" y="1687741"/>
                </a:lnTo>
                <a:lnTo>
                  <a:pt x="1442204" y="1836420"/>
                </a:lnTo>
                <a:lnTo>
                  <a:pt x="1769030" y="1836420"/>
                </a:lnTo>
                <a:lnTo>
                  <a:pt x="1769030" y="1687741"/>
                </a:lnTo>
                <a:lnTo>
                  <a:pt x="1729293" y="1687741"/>
                </a:lnTo>
                <a:lnTo>
                  <a:pt x="1729293" y="1585942"/>
                </a:lnTo>
                <a:lnTo>
                  <a:pt x="1873061" y="1585942"/>
                </a:lnTo>
                <a:lnTo>
                  <a:pt x="1873061" y="1687741"/>
                </a:lnTo>
                <a:lnTo>
                  <a:pt x="1832878" y="1687741"/>
                </a:lnTo>
                <a:lnTo>
                  <a:pt x="1832878" y="1836420"/>
                </a:lnTo>
                <a:lnTo>
                  <a:pt x="2160151" y="1836420"/>
                </a:lnTo>
                <a:lnTo>
                  <a:pt x="2160151" y="1687741"/>
                </a:lnTo>
                <a:lnTo>
                  <a:pt x="2113270" y="1687741"/>
                </a:lnTo>
                <a:lnTo>
                  <a:pt x="2113270" y="1364040"/>
                </a:lnTo>
                <a:lnTo>
                  <a:pt x="2160151" y="1364040"/>
                </a:lnTo>
                <a:lnTo>
                  <a:pt x="2160151" y="1215360"/>
                </a:lnTo>
                <a:lnTo>
                  <a:pt x="1832878" y="1215360"/>
                </a:lnTo>
                <a:lnTo>
                  <a:pt x="1832878" y="1364040"/>
                </a:lnTo>
                <a:lnTo>
                  <a:pt x="1873061" y="1364040"/>
                </a:lnTo>
                <a:lnTo>
                  <a:pt x="1873061" y="1458694"/>
                </a:lnTo>
                <a:lnTo>
                  <a:pt x="1729293" y="1458694"/>
                </a:lnTo>
                <a:lnTo>
                  <a:pt x="1729293" y="1364040"/>
                </a:lnTo>
                <a:lnTo>
                  <a:pt x="1769030" y="1364040"/>
                </a:lnTo>
                <a:lnTo>
                  <a:pt x="1769030" y="1215360"/>
                </a:lnTo>
                <a:close/>
                <a:moveTo>
                  <a:pt x="399067" y="1215360"/>
                </a:moveTo>
                <a:lnTo>
                  <a:pt x="399067" y="1364040"/>
                </a:lnTo>
                <a:lnTo>
                  <a:pt x="441930" y="1364040"/>
                </a:lnTo>
                <a:lnTo>
                  <a:pt x="616952" y="1841778"/>
                </a:lnTo>
                <a:lnTo>
                  <a:pt x="812512" y="1841778"/>
                </a:lnTo>
                <a:lnTo>
                  <a:pt x="896898" y="1602462"/>
                </a:lnTo>
                <a:lnTo>
                  <a:pt x="980837" y="1841778"/>
                </a:lnTo>
                <a:lnTo>
                  <a:pt x="1173718" y="1841778"/>
                </a:lnTo>
                <a:lnTo>
                  <a:pt x="1350526" y="1364040"/>
                </a:lnTo>
                <a:lnTo>
                  <a:pt x="1393388" y="1364040"/>
                </a:lnTo>
                <a:lnTo>
                  <a:pt x="1393388" y="1215360"/>
                </a:lnTo>
                <a:lnTo>
                  <a:pt x="1142910" y="1215360"/>
                </a:lnTo>
                <a:lnTo>
                  <a:pt x="1142910" y="1364040"/>
                </a:lnTo>
                <a:lnTo>
                  <a:pt x="1187559" y="1364040"/>
                </a:lnTo>
                <a:lnTo>
                  <a:pt x="1113443" y="1631484"/>
                </a:lnTo>
                <a:lnTo>
                  <a:pt x="1019234" y="1364040"/>
                </a:lnTo>
                <a:lnTo>
                  <a:pt x="1065222" y="1364040"/>
                </a:lnTo>
                <a:lnTo>
                  <a:pt x="1065222" y="1215360"/>
                </a:lnTo>
                <a:lnTo>
                  <a:pt x="794653" y="1215360"/>
                </a:lnTo>
                <a:lnTo>
                  <a:pt x="794653" y="1364040"/>
                </a:lnTo>
                <a:lnTo>
                  <a:pt x="840641" y="1364040"/>
                </a:lnTo>
                <a:lnTo>
                  <a:pt x="747772" y="1631484"/>
                </a:lnTo>
                <a:lnTo>
                  <a:pt x="674548" y="1364040"/>
                </a:lnTo>
                <a:lnTo>
                  <a:pt x="720983" y="1364040"/>
                </a:lnTo>
                <a:lnTo>
                  <a:pt x="720983" y="1215360"/>
                </a:lnTo>
                <a:close/>
                <a:moveTo>
                  <a:pt x="4412813" y="1207324"/>
                </a:moveTo>
                <a:cubicBezTo>
                  <a:pt x="4358342" y="1207324"/>
                  <a:pt x="4312503" y="1223546"/>
                  <a:pt x="4275296" y="1255990"/>
                </a:cubicBezTo>
                <a:cubicBezTo>
                  <a:pt x="4237791" y="1288435"/>
                  <a:pt x="4219039" y="1333530"/>
                  <a:pt x="4219039" y="1391275"/>
                </a:cubicBezTo>
                <a:cubicBezTo>
                  <a:pt x="4219039" y="1423422"/>
                  <a:pt x="4226927" y="1452741"/>
                  <a:pt x="4242703" y="1479233"/>
                </a:cubicBezTo>
                <a:cubicBezTo>
                  <a:pt x="4258478" y="1506022"/>
                  <a:pt x="4277528" y="1527007"/>
                  <a:pt x="4299853" y="1542187"/>
                </a:cubicBezTo>
                <a:cubicBezTo>
                  <a:pt x="4323665" y="1558856"/>
                  <a:pt x="4360872" y="1578650"/>
                  <a:pt x="4411474" y="1601569"/>
                </a:cubicBezTo>
                <a:cubicBezTo>
                  <a:pt x="4451657" y="1619429"/>
                  <a:pt x="4478000" y="1633419"/>
                  <a:pt x="4490501" y="1643539"/>
                </a:cubicBezTo>
                <a:cubicBezTo>
                  <a:pt x="4502110" y="1652766"/>
                  <a:pt x="4507914" y="1664375"/>
                  <a:pt x="4507914" y="1678365"/>
                </a:cubicBezTo>
                <a:cubicBezTo>
                  <a:pt x="4507914" y="1705154"/>
                  <a:pt x="4491246" y="1718548"/>
                  <a:pt x="4457908" y="1718548"/>
                </a:cubicBezTo>
                <a:cubicBezTo>
                  <a:pt x="4411771" y="1718548"/>
                  <a:pt x="4380369" y="1691462"/>
                  <a:pt x="4363700" y="1637288"/>
                </a:cubicBezTo>
                <a:lnTo>
                  <a:pt x="4223950" y="1637288"/>
                </a:lnTo>
                <a:lnTo>
                  <a:pt x="4223950" y="1836420"/>
                </a:lnTo>
                <a:lnTo>
                  <a:pt x="4363700" y="1836420"/>
                </a:lnTo>
                <a:lnTo>
                  <a:pt x="4363700" y="1795790"/>
                </a:lnTo>
                <a:cubicBezTo>
                  <a:pt x="4408051" y="1828235"/>
                  <a:pt x="4457610" y="1844457"/>
                  <a:pt x="4512379" y="1844457"/>
                </a:cubicBezTo>
                <a:cubicBezTo>
                  <a:pt x="4571315" y="1844457"/>
                  <a:pt x="4620131" y="1826151"/>
                  <a:pt x="4658826" y="1789539"/>
                </a:cubicBezTo>
                <a:cubicBezTo>
                  <a:pt x="4697521" y="1753523"/>
                  <a:pt x="4716869" y="1709470"/>
                  <a:pt x="4716869" y="1657380"/>
                </a:cubicBezTo>
                <a:cubicBezTo>
                  <a:pt x="4716869" y="1623447"/>
                  <a:pt x="4708684" y="1591896"/>
                  <a:pt x="4692312" y="1562725"/>
                </a:cubicBezTo>
                <a:cubicBezTo>
                  <a:pt x="4685169" y="1549628"/>
                  <a:pt x="4676165" y="1536904"/>
                  <a:pt x="4665300" y="1524551"/>
                </a:cubicBezTo>
                <a:cubicBezTo>
                  <a:pt x="4654436" y="1512198"/>
                  <a:pt x="4643794" y="1502599"/>
                  <a:pt x="4633377" y="1495753"/>
                </a:cubicBezTo>
                <a:cubicBezTo>
                  <a:pt x="4612838" y="1481763"/>
                  <a:pt x="4572059" y="1459587"/>
                  <a:pt x="4511040" y="1429226"/>
                </a:cubicBezTo>
                <a:cubicBezTo>
                  <a:pt x="4465498" y="1406902"/>
                  <a:pt x="4438560" y="1392466"/>
                  <a:pt x="4430226" y="1385917"/>
                </a:cubicBezTo>
                <a:cubicBezTo>
                  <a:pt x="4421594" y="1379667"/>
                  <a:pt x="4417278" y="1370290"/>
                  <a:pt x="4417278" y="1357789"/>
                </a:cubicBezTo>
                <a:cubicBezTo>
                  <a:pt x="4417278" y="1331893"/>
                  <a:pt x="4432458" y="1318945"/>
                  <a:pt x="4462819" y="1318945"/>
                </a:cubicBezTo>
                <a:cubicBezTo>
                  <a:pt x="4505980" y="1318945"/>
                  <a:pt x="4536043" y="1343353"/>
                  <a:pt x="4553009" y="1392168"/>
                </a:cubicBezTo>
                <a:lnTo>
                  <a:pt x="4691866" y="1392168"/>
                </a:lnTo>
                <a:lnTo>
                  <a:pt x="4691866" y="1215360"/>
                </a:lnTo>
                <a:lnTo>
                  <a:pt x="4551223" y="1215360"/>
                </a:lnTo>
                <a:lnTo>
                  <a:pt x="4551223" y="1253758"/>
                </a:lnTo>
                <a:cubicBezTo>
                  <a:pt x="4513421" y="1222802"/>
                  <a:pt x="4467284" y="1207324"/>
                  <a:pt x="4412813" y="1207324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DD54F1-858D-4946-BDC8-309136B4DF76}"/>
              </a:ext>
            </a:extLst>
          </p:cNvPr>
          <p:cNvSpPr txBox="1"/>
          <p:nvPr/>
        </p:nvSpPr>
        <p:spPr>
          <a:xfrm>
            <a:off x="352424" y="4124325"/>
            <a:ext cx="5362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A </a:t>
            </a:r>
            <a:r>
              <a:rPr lang="en-GB" b="1" dirty="0"/>
              <a:t>plagiarism detector</a:t>
            </a:r>
            <a:r>
              <a:rPr lang="en-GB" dirty="0"/>
              <a:t> is a tool or software that checks whether a piece of text has been copied from other sources. It compares the given text against a database of documents, websites, or research papers to find similarities.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437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0C1E306-F5BD-4B64-8322-55770C3091F5}"/>
              </a:ext>
            </a:extLst>
          </p:cNvPr>
          <p:cNvGrpSpPr/>
          <p:nvPr/>
        </p:nvGrpSpPr>
        <p:grpSpPr>
          <a:xfrm>
            <a:off x="-304801" y="0"/>
            <a:ext cx="12496801" cy="6858000"/>
            <a:chOff x="0" y="0"/>
            <a:chExt cx="12496801" cy="68580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7D52C68-5566-43FE-B4C0-98886B4FB3C1}"/>
                </a:ext>
              </a:extLst>
            </p:cNvPr>
            <p:cNvGrpSpPr/>
            <p:nvPr/>
          </p:nvGrpSpPr>
          <p:grpSpPr>
            <a:xfrm>
              <a:off x="0" y="0"/>
              <a:ext cx="3114676" cy="6858000"/>
              <a:chOff x="0" y="0"/>
              <a:chExt cx="3114676" cy="685800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D935E13-B361-412E-829D-8156180A87A6}"/>
                  </a:ext>
                </a:extLst>
              </p:cNvPr>
              <p:cNvSpPr/>
              <p:nvPr/>
            </p:nvSpPr>
            <p:spPr>
              <a:xfrm>
                <a:off x="0" y="0"/>
                <a:ext cx="3114676" cy="6858000"/>
              </a:xfrm>
              <a:prstGeom prst="rect">
                <a:avLst/>
              </a:prstGeom>
              <a:solidFill>
                <a:srgbClr val="45546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chemeClr val="tx1"/>
                    </a:solidFill>
                  </a:rPr>
                  <a:t>Text Analysis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56BDF3-FC9B-4937-859C-B72AD4A1A64D}"/>
                  </a:ext>
                </a:extLst>
              </p:cNvPr>
              <p:cNvSpPr txBox="1"/>
              <p:nvPr/>
            </p:nvSpPr>
            <p:spPr>
              <a:xfrm>
                <a:off x="569121" y="3924300"/>
                <a:ext cx="2545555" cy="1862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500" dirty="0">
                    <a:latin typeface="Arial Black" panose="020B0A04020102020204" pitchFamily="34" charset="0"/>
                  </a:rPr>
                  <a:t>01</a:t>
                </a:r>
                <a:endParaRPr lang="en-IN" sz="11500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ABFE93D-858B-41EF-A261-792E426650DE}"/>
                </a:ext>
              </a:extLst>
            </p:cNvPr>
            <p:cNvGrpSpPr/>
            <p:nvPr/>
          </p:nvGrpSpPr>
          <p:grpSpPr>
            <a:xfrm>
              <a:off x="3114676" y="0"/>
              <a:ext cx="3209925" cy="6858000"/>
              <a:chOff x="3114676" y="0"/>
              <a:chExt cx="3209925" cy="685800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F4E6F1-2718-4F3D-9D77-707B0336AD08}"/>
                  </a:ext>
                </a:extLst>
              </p:cNvPr>
              <p:cNvSpPr/>
              <p:nvPr/>
            </p:nvSpPr>
            <p:spPr>
              <a:xfrm>
                <a:off x="3114676" y="0"/>
                <a:ext cx="3209925" cy="685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400" dirty="0">
                    <a:solidFill>
                      <a:schemeClr val="tx1"/>
                    </a:solidFill>
                  </a:rPr>
                  <a:t>Comparison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D8FD0B-7BD7-4CED-874E-104C209487B3}"/>
                  </a:ext>
                </a:extLst>
              </p:cNvPr>
              <p:cNvSpPr txBox="1"/>
              <p:nvPr/>
            </p:nvSpPr>
            <p:spPr>
              <a:xfrm>
                <a:off x="3629028" y="3924300"/>
                <a:ext cx="2395537" cy="1862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500" dirty="0">
                    <a:latin typeface="Arial Black" panose="020B0A04020102020204" pitchFamily="34" charset="0"/>
                  </a:rPr>
                  <a:t>02</a:t>
                </a:r>
                <a:endParaRPr lang="en-IN" sz="11500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0F9764D-3515-423B-B790-3D3BDEDBB691}"/>
                </a:ext>
              </a:extLst>
            </p:cNvPr>
            <p:cNvGrpSpPr/>
            <p:nvPr/>
          </p:nvGrpSpPr>
          <p:grpSpPr>
            <a:xfrm>
              <a:off x="6324601" y="0"/>
              <a:ext cx="3086100" cy="6858000"/>
              <a:chOff x="6324601" y="0"/>
              <a:chExt cx="3086100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604A7E9-A9A0-4068-9797-8AF952B83E15}"/>
                  </a:ext>
                </a:extLst>
              </p:cNvPr>
              <p:cNvSpPr/>
              <p:nvPr/>
            </p:nvSpPr>
            <p:spPr>
              <a:xfrm>
                <a:off x="6324601" y="0"/>
                <a:ext cx="3086100" cy="685800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400" dirty="0">
                    <a:solidFill>
                      <a:schemeClr val="tx1"/>
                    </a:solidFill>
                  </a:rPr>
                  <a:t>Similarity Score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8714C4-6505-4F7A-97D3-4FA3AC9D2FB3}"/>
                  </a:ext>
                </a:extLst>
              </p:cNvPr>
              <p:cNvSpPr txBox="1"/>
              <p:nvPr/>
            </p:nvSpPr>
            <p:spPr>
              <a:xfrm>
                <a:off x="6838953" y="3924300"/>
                <a:ext cx="2395537" cy="1862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500" dirty="0">
                    <a:latin typeface="Arial Black" panose="020B0A04020102020204" pitchFamily="34" charset="0"/>
                  </a:rPr>
                  <a:t>03</a:t>
                </a:r>
                <a:endParaRPr lang="en-IN" sz="11500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5A51B6D-4874-4F91-A1C7-81E0BE884434}"/>
                </a:ext>
              </a:extLst>
            </p:cNvPr>
            <p:cNvGrpSpPr/>
            <p:nvPr/>
          </p:nvGrpSpPr>
          <p:grpSpPr>
            <a:xfrm>
              <a:off x="9410701" y="0"/>
              <a:ext cx="3086100" cy="6858000"/>
              <a:chOff x="9410701" y="0"/>
              <a:chExt cx="3086100" cy="6858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0D6DB5A-7CE2-4796-BFB2-E6B12658079E}"/>
                  </a:ext>
                </a:extLst>
              </p:cNvPr>
              <p:cNvSpPr/>
              <p:nvPr/>
            </p:nvSpPr>
            <p:spPr>
              <a:xfrm>
                <a:off x="9410701" y="0"/>
                <a:ext cx="3086100" cy="68580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400" dirty="0">
                    <a:solidFill>
                      <a:schemeClr val="tx1"/>
                    </a:solidFill>
                  </a:rPr>
                  <a:t>Result Interpretation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326946-1AEC-44B9-8C24-A8FC1413AACE}"/>
                  </a:ext>
                </a:extLst>
              </p:cNvPr>
              <p:cNvSpPr txBox="1"/>
              <p:nvPr/>
            </p:nvSpPr>
            <p:spPr>
              <a:xfrm>
                <a:off x="9925053" y="3924300"/>
                <a:ext cx="2395537" cy="1862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500" dirty="0">
                    <a:latin typeface="Arial Black" panose="020B0A04020102020204" pitchFamily="34" charset="0"/>
                  </a:rPr>
                  <a:t>04</a:t>
                </a:r>
                <a:endParaRPr lang="en-IN" sz="11500" dirty="0">
                  <a:latin typeface="Arial Black" panose="020B0A040201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0117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FFF8A3-2F88-4607-90AD-4867108BAEAC}"/>
              </a:ext>
            </a:extLst>
          </p:cNvPr>
          <p:cNvSpPr/>
          <p:nvPr/>
        </p:nvSpPr>
        <p:spPr>
          <a:xfrm>
            <a:off x="0" y="5572125"/>
            <a:ext cx="12192000" cy="5572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5155F0-FEF9-4199-9668-743F50F6647F}"/>
              </a:ext>
            </a:extLst>
          </p:cNvPr>
          <p:cNvCxnSpPr>
            <a:cxnSpLocks/>
          </p:cNvCxnSpPr>
          <p:nvPr/>
        </p:nvCxnSpPr>
        <p:spPr>
          <a:xfrm>
            <a:off x="3295650" y="1285875"/>
            <a:ext cx="0" cy="55721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C7784087-C9BD-4757-B11A-7007E083AF64}"/>
              </a:ext>
            </a:extLst>
          </p:cNvPr>
          <p:cNvGrpSpPr/>
          <p:nvPr/>
        </p:nvGrpSpPr>
        <p:grpSpPr>
          <a:xfrm>
            <a:off x="695324" y="4434735"/>
            <a:ext cx="2505076" cy="2505076"/>
            <a:chOff x="695324" y="33337"/>
            <a:chExt cx="2505076" cy="2505076"/>
          </a:xfrm>
          <a:solidFill>
            <a:schemeClr val="tx2">
              <a:lumMod val="50000"/>
            </a:schemeClr>
          </a:solidFill>
        </p:grpSpPr>
        <p:pic>
          <p:nvPicPr>
            <p:cNvPr id="5" name="Graphic 4" descr="Single gear with solid fill">
              <a:extLst>
                <a:ext uri="{FF2B5EF4-FFF2-40B4-BE49-F238E27FC236}">
                  <a16:creationId xmlns:a16="http://schemas.microsoft.com/office/drawing/2014/main" id="{4B18C352-FF1B-4D62-9287-C1AB5018E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5324" y="33337"/>
              <a:ext cx="2505076" cy="2505076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6C5D74D-6EAD-49FE-B734-AE5A2AD5E4C0}"/>
                </a:ext>
              </a:extLst>
            </p:cNvPr>
            <p:cNvSpPr/>
            <p:nvPr/>
          </p:nvSpPr>
          <p:spPr>
            <a:xfrm>
              <a:off x="1600200" y="947737"/>
              <a:ext cx="695324" cy="67627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533DEC2-8FCE-4EB2-8AFC-024AB13CCAEE}"/>
              </a:ext>
            </a:extLst>
          </p:cNvPr>
          <p:cNvSpPr/>
          <p:nvPr/>
        </p:nvSpPr>
        <p:spPr>
          <a:xfrm>
            <a:off x="2085974" y="6750502"/>
            <a:ext cx="2505076" cy="7881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0" i="0" dirty="0" err="1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Tkinter</a:t>
            </a:r>
            <a:endParaRPr lang="en-IN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CD1F17-5BB3-4915-A7AF-1AC8EF2D3690}"/>
              </a:ext>
            </a:extLst>
          </p:cNvPr>
          <p:cNvSpPr/>
          <p:nvPr/>
        </p:nvSpPr>
        <p:spPr>
          <a:xfrm>
            <a:off x="2085974" y="8453095"/>
            <a:ext cx="2505076" cy="7881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 err="1">
                <a:latin typeface="Bahnschrift" panose="020B0502040204020203" pitchFamily="34" charset="0"/>
              </a:rPr>
              <a:t>difflib</a:t>
            </a:r>
            <a:endParaRPr lang="en-IN" sz="3600" dirty="0">
              <a:latin typeface="Bahnschrift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BE9D86-3DAD-46F4-973F-EE07D22B61BE}"/>
              </a:ext>
            </a:extLst>
          </p:cNvPr>
          <p:cNvSpPr/>
          <p:nvPr/>
        </p:nvSpPr>
        <p:spPr>
          <a:xfrm>
            <a:off x="1681161" y="10034245"/>
            <a:ext cx="3314701" cy="7881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err="1"/>
              <a:t>SequenceMatcher</a:t>
            </a:r>
            <a:endParaRPr lang="en-IN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09AEFB-C489-4177-B31C-647B1311E457}"/>
              </a:ext>
            </a:extLst>
          </p:cNvPr>
          <p:cNvSpPr txBox="1"/>
          <p:nvPr/>
        </p:nvSpPr>
        <p:spPr>
          <a:xfrm>
            <a:off x="3895724" y="4579276"/>
            <a:ext cx="95154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Extra Bold" panose="02060903040505020403" pitchFamily="18" charset="0"/>
              </a:rPr>
              <a:t>PACKAGES USED</a:t>
            </a:r>
            <a:endParaRPr lang="en-IN" sz="6600" dirty="0">
              <a:solidFill>
                <a:schemeClr val="tx1">
                  <a:lumMod val="85000"/>
                  <a:lumOff val="15000"/>
                </a:schemeClr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D579A0-8E25-4BFB-B70C-F4037CCE0E7D}"/>
              </a:ext>
            </a:extLst>
          </p:cNvPr>
          <p:cNvSpPr txBox="1"/>
          <p:nvPr/>
        </p:nvSpPr>
        <p:spPr>
          <a:xfrm>
            <a:off x="5362575" y="6821432"/>
            <a:ext cx="576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Creates simple GUI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Visualizes Data.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136A0-E197-4722-BD9A-DE62E9FA7DD4}"/>
              </a:ext>
            </a:extLst>
          </p:cNvPr>
          <p:cNvSpPr txBox="1"/>
          <p:nvPr/>
        </p:nvSpPr>
        <p:spPr>
          <a:xfrm>
            <a:off x="5362575" y="8524025"/>
            <a:ext cx="576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Code Diff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Spell Checking &amp; Auto-correction.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4B5A42-0344-44FC-9282-56EB74893B66}"/>
              </a:ext>
            </a:extLst>
          </p:cNvPr>
          <p:cNvSpPr txBox="1"/>
          <p:nvPr/>
        </p:nvSpPr>
        <p:spPr>
          <a:xfrm>
            <a:off x="5362574" y="10099728"/>
            <a:ext cx="576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File or Document Differencing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Data Deduplication.</a:t>
            </a:r>
          </a:p>
        </p:txBody>
      </p:sp>
    </p:spTree>
    <p:extLst>
      <p:ext uri="{BB962C8B-B14F-4D97-AF65-F5344CB8AC3E}">
        <p14:creationId xmlns:p14="http://schemas.microsoft.com/office/powerpoint/2010/main" val="200961874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FFF8A3-2F88-4607-90AD-4867108BAEAC}"/>
              </a:ext>
            </a:extLst>
          </p:cNvPr>
          <p:cNvSpPr/>
          <p:nvPr/>
        </p:nvSpPr>
        <p:spPr>
          <a:xfrm>
            <a:off x="0" y="4359551"/>
            <a:ext cx="12192000" cy="5572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5155F0-FEF9-4199-9668-743F50F6647F}"/>
              </a:ext>
            </a:extLst>
          </p:cNvPr>
          <p:cNvCxnSpPr>
            <a:cxnSpLocks/>
          </p:cNvCxnSpPr>
          <p:nvPr/>
        </p:nvCxnSpPr>
        <p:spPr>
          <a:xfrm>
            <a:off x="3295650" y="1285875"/>
            <a:ext cx="0" cy="55721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C7784087-C9BD-4757-B11A-7007E083AF64}"/>
              </a:ext>
            </a:extLst>
          </p:cNvPr>
          <p:cNvGrpSpPr/>
          <p:nvPr/>
        </p:nvGrpSpPr>
        <p:grpSpPr>
          <a:xfrm rot="9022722">
            <a:off x="695324" y="3222161"/>
            <a:ext cx="2505076" cy="2505076"/>
            <a:chOff x="695324" y="33337"/>
            <a:chExt cx="2505076" cy="2505076"/>
          </a:xfrm>
          <a:solidFill>
            <a:schemeClr val="tx2">
              <a:lumMod val="50000"/>
            </a:schemeClr>
          </a:solidFill>
        </p:grpSpPr>
        <p:pic>
          <p:nvPicPr>
            <p:cNvPr id="5" name="Graphic 4" descr="Single gear with solid fill">
              <a:extLst>
                <a:ext uri="{FF2B5EF4-FFF2-40B4-BE49-F238E27FC236}">
                  <a16:creationId xmlns:a16="http://schemas.microsoft.com/office/drawing/2014/main" id="{4B18C352-FF1B-4D62-9287-C1AB5018E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5324" y="33337"/>
              <a:ext cx="2505076" cy="2505076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6C5D74D-6EAD-49FE-B734-AE5A2AD5E4C0}"/>
                </a:ext>
              </a:extLst>
            </p:cNvPr>
            <p:cNvSpPr/>
            <p:nvPr/>
          </p:nvSpPr>
          <p:spPr>
            <a:xfrm>
              <a:off x="1600200" y="947737"/>
              <a:ext cx="695324" cy="67627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533DEC2-8FCE-4EB2-8AFC-024AB13CCAEE}"/>
              </a:ext>
            </a:extLst>
          </p:cNvPr>
          <p:cNvSpPr/>
          <p:nvPr/>
        </p:nvSpPr>
        <p:spPr>
          <a:xfrm>
            <a:off x="2085974" y="5537928"/>
            <a:ext cx="2505076" cy="7881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0" i="0" dirty="0" err="1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Tkinter</a:t>
            </a:r>
            <a:endParaRPr lang="en-IN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CD1F17-5BB3-4915-A7AF-1AC8EF2D3690}"/>
              </a:ext>
            </a:extLst>
          </p:cNvPr>
          <p:cNvSpPr/>
          <p:nvPr/>
        </p:nvSpPr>
        <p:spPr>
          <a:xfrm>
            <a:off x="2085974" y="7240521"/>
            <a:ext cx="2505076" cy="7881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 err="1">
                <a:latin typeface="Bahnschrift" panose="020B0502040204020203" pitchFamily="34" charset="0"/>
              </a:rPr>
              <a:t>difflib</a:t>
            </a:r>
            <a:endParaRPr lang="en-IN" sz="3600" dirty="0">
              <a:latin typeface="Bahnschrift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BE9D86-3DAD-46F4-973F-EE07D22B61BE}"/>
              </a:ext>
            </a:extLst>
          </p:cNvPr>
          <p:cNvSpPr/>
          <p:nvPr/>
        </p:nvSpPr>
        <p:spPr>
          <a:xfrm>
            <a:off x="1681161" y="8821671"/>
            <a:ext cx="3314701" cy="7881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err="1"/>
              <a:t>SequenceMatcher</a:t>
            </a:r>
            <a:endParaRPr lang="en-IN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09AEFB-C489-4177-B31C-647B1311E457}"/>
              </a:ext>
            </a:extLst>
          </p:cNvPr>
          <p:cNvSpPr txBox="1"/>
          <p:nvPr/>
        </p:nvSpPr>
        <p:spPr>
          <a:xfrm>
            <a:off x="3895724" y="3366702"/>
            <a:ext cx="95154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Extra Bold" panose="02060903040505020403" pitchFamily="18" charset="0"/>
              </a:rPr>
              <a:t>PACKAGES USED</a:t>
            </a:r>
            <a:endParaRPr lang="en-IN" sz="6600" dirty="0">
              <a:solidFill>
                <a:schemeClr val="tx1">
                  <a:lumMod val="85000"/>
                  <a:lumOff val="15000"/>
                </a:schemeClr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D579A0-8E25-4BFB-B70C-F4037CCE0E7D}"/>
              </a:ext>
            </a:extLst>
          </p:cNvPr>
          <p:cNvSpPr txBox="1"/>
          <p:nvPr/>
        </p:nvSpPr>
        <p:spPr>
          <a:xfrm>
            <a:off x="5362575" y="5608858"/>
            <a:ext cx="576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Creates simple GUI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Visualizes Data.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136A0-E197-4722-BD9A-DE62E9FA7DD4}"/>
              </a:ext>
            </a:extLst>
          </p:cNvPr>
          <p:cNvSpPr txBox="1"/>
          <p:nvPr/>
        </p:nvSpPr>
        <p:spPr>
          <a:xfrm>
            <a:off x="5362575" y="7311451"/>
            <a:ext cx="576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Code Diff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Spell Checking &amp; Auto-correction.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4B5A42-0344-44FC-9282-56EB74893B66}"/>
              </a:ext>
            </a:extLst>
          </p:cNvPr>
          <p:cNvSpPr txBox="1"/>
          <p:nvPr/>
        </p:nvSpPr>
        <p:spPr>
          <a:xfrm>
            <a:off x="5362574" y="8887154"/>
            <a:ext cx="576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File or Document Differencing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Data Deduplication.</a:t>
            </a:r>
          </a:p>
        </p:txBody>
      </p:sp>
    </p:spTree>
    <p:extLst>
      <p:ext uri="{BB962C8B-B14F-4D97-AF65-F5344CB8AC3E}">
        <p14:creationId xmlns:p14="http://schemas.microsoft.com/office/powerpoint/2010/main" val="10965093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FFF8A3-2F88-4607-90AD-4867108BAEAC}"/>
              </a:ext>
            </a:extLst>
          </p:cNvPr>
          <p:cNvSpPr/>
          <p:nvPr/>
        </p:nvSpPr>
        <p:spPr>
          <a:xfrm>
            <a:off x="0" y="2786062"/>
            <a:ext cx="12192000" cy="5572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5155F0-FEF9-4199-9668-743F50F6647F}"/>
              </a:ext>
            </a:extLst>
          </p:cNvPr>
          <p:cNvCxnSpPr>
            <a:cxnSpLocks/>
          </p:cNvCxnSpPr>
          <p:nvPr/>
        </p:nvCxnSpPr>
        <p:spPr>
          <a:xfrm>
            <a:off x="3295650" y="1285875"/>
            <a:ext cx="0" cy="55721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C7784087-C9BD-4757-B11A-7007E083AF64}"/>
              </a:ext>
            </a:extLst>
          </p:cNvPr>
          <p:cNvGrpSpPr/>
          <p:nvPr/>
        </p:nvGrpSpPr>
        <p:grpSpPr>
          <a:xfrm rot="16200000">
            <a:off x="695324" y="1648672"/>
            <a:ext cx="2505076" cy="2505076"/>
            <a:chOff x="695324" y="33337"/>
            <a:chExt cx="2505076" cy="2505076"/>
          </a:xfrm>
          <a:solidFill>
            <a:schemeClr val="tx2">
              <a:lumMod val="50000"/>
            </a:schemeClr>
          </a:solidFill>
        </p:grpSpPr>
        <p:pic>
          <p:nvPicPr>
            <p:cNvPr id="5" name="Graphic 4" descr="Single gear with solid fill">
              <a:extLst>
                <a:ext uri="{FF2B5EF4-FFF2-40B4-BE49-F238E27FC236}">
                  <a16:creationId xmlns:a16="http://schemas.microsoft.com/office/drawing/2014/main" id="{4B18C352-FF1B-4D62-9287-C1AB5018E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5324" y="33337"/>
              <a:ext cx="2505076" cy="2505076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6C5D74D-6EAD-49FE-B734-AE5A2AD5E4C0}"/>
                </a:ext>
              </a:extLst>
            </p:cNvPr>
            <p:cNvSpPr/>
            <p:nvPr/>
          </p:nvSpPr>
          <p:spPr>
            <a:xfrm>
              <a:off x="1600200" y="947737"/>
              <a:ext cx="695324" cy="67627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533DEC2-8FCE-4EB2-8AFC-024AB13CCAEE}"/>
              </a:ext>
            </a:extLst>
          </p:cNvPr>
          <p:cNvSpPr/>
          <p:nvPr/>
        </p:nvSpPr>
        <p:spPr>
          <a:xfrm>
            <a:off x="2085974" y="3964439"/>
            <a:ext cx="2505076" cy="7881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0" i="0" dirty="0" err="1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Tkinter</a:t>
            </a:r>
            <a:endParaRPr lang="en-IN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CD1F17-5BB3-4915-A7AF-1AC8EF2D3690}"/>
              </a:ext>
            </a:extLst>
          </p:cNvPr>
          <p:cNvSpPr/>
          <p:nvPr/>
        </p:nvSpPr>
        <p:spPr>
          <a:xfrm>
            <a:off x="2085974" y="5667032"/>
            <a:ext cx="2505076" cy="7881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 err="1">
                <a:latin typeface="Bahnschrift" panose="020B0502040204020203" pitchFamily="34" charset="0"/>
              </a:rPr>
              <a:t>difflib</a:t>
            </a:r>
            <a:endParaRPr lang="en-IN" sz="3600" dirty="0">
              <a:latin typeface="Bahnschrift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BE9D86-3DAD-46F4-973F-EE07D22B61BE}"/>
              </a:ext>
            </a:extLst>
          </p:cNvPr>
          <p:cNvSpPr/>
          <p:nvPr/>
        </p:nvSpPr>
        <p:spPr>
          <a:xfrm>
            <a:off x="1681161" y="7248182"/>
            <a:ext cx="3314701" cy="7881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err="1"/>
              <a:t>SequenceMatcher</a:t>
            </a:r>
            <a:endParaRPr lang="en-IN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09AEFB-C489-4177-B31C-647B1311E457}"/>
              </a:ext>
            </a:extLst>
          </p:cNvPr>
          <p:cNvSpPr txBox="1"/>
          <p:nvPr/>
        </p:nvSpPr>
        <p:spPr>
          <a:xfrm>
            <a:off x="3895724" y="1793213"/>
            <a:ext cx="95154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Extra Bold" panose="02060903040505020403" pitchFamily="18" charset="0"/>
              </a:rPr>
              <a:t>PACKAGES USED</a:t>
            </a:r>
            <a:endParaRPr lang="en-IN" sz="6600" dirty="0">
              <a:solidFill>
                <a:schemeClr val="tx1">
                  <a:lumMod val="85000"/>
                  <a:lumOff val="15000"/>
                </a:schemeClr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D579A0-8E25-4BFB-B70C-F4037CCE0E7D}"/>
              </a:ext>
            </a:extLst>
          </p:cNvPr>
          <p:cNvSpPr txBox="1"/>
          <p:nvPr/>
        </p:nvSpPr>
        <p:spPr>
          <a:xfrm>
            <a:off x="5362575" y="4035369"/>
            <a:ext cx="576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Creates simple GUI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Visualizes Data.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136A0-E197-4722-BD9A-DE62E9FA7DD4}"/>
              </a:ext>
            </a:extLst>
          </p:cNvPr>
          <p:cNvSpPr txBox="1"/>
          <p:nvPr/>
        </p:nvSpPr>
        <p:spPr>
          <a:xfrm>
            <a:off x="5362575" y="5737962"/>
            <a:ext cx="576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Code Diff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Spell Checking &amp; Auto-correction.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4B5A42-0344-44FC-9282-56EB74893B66}"/>
              </a:ext>
            </a:extLst>
          </p:cNvPr>
          <p:cNvSpPr txBox="1"/>
          <p:nvPr/>
        </p:nvSpPr>
        <p:spPr>
          <a:xfrm>
            <a:off x="5362574" y="7313665"/>
            <a:ext cx="576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File or Document Differencing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Data Deduplication.</a:t>
            </a:r>
          </a:p>
        </p:txBody>
      </p:sp>
    </p:spTree>
    <p:extLst>
      <p:ext uri="{BB962C8B-B14F-4D97-AF65-F5344CB8AC3E}">
        <p14:creationId xmlns:p14="http://schemas.microsoft.com/office/powerpoint/2010/main" val="2929918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FFF8A3-2F88-4607-90AD-4867108BAEAC}"/>
              </a:ext>
            </a:extLst>
          </p:cNvPr>
          <p:cNvSpPr/>
          <p:nvPr/>
        </p:nvSpPr>
        <p:spPr>
          <a:xfrm>
            <a:off x="0" y="1285875"/>
            <a:ext cx="12192000" cy="5572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5155F0-FEF9-4199-9668-743F50F6647F}"/>
              </a:ext>
            </a:extLst>
          </p:cNvPr>
          <p:cNvCxnSpPr>
            <a:cxnSpLocks/>
          </p:cNvCxnSpPr>
          <p:nvPr/>
        </p:nvCxnSpPr>
        <p:spPr>
          <a:xfrm>
            <a:off x="3295650" y="1285875"/>
            <a:ext cx="0" cy="55721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C7784087-C9BD-4757-B11A-7007E083AF64}"/>
              </a:ext>
            </a:extLst>
          </p:cNvPr>
          <p:cNvGrpSpPr/>
          <p:nvPr/>
        </p:nvGrpSpPr>
        <p:grpSpPr>
          <a:xfrm rot="602584">
            <a:off x="695324" y="148485"/>
            <a:ext cx="2505076" cy="2505076"/>
            <a:chOff x="695324" y="33337"/>
            <a:chExt cx="2505076" cy="2505076"/>
          </a:xfrm>
          <a:solidFill>
            <a:schemeClr val="tx2">
              <a:lumMod val="50000"/>
            </a:schemeClr>
          </a:solidFill>
        </p:grpSpPr>
        <p:pic>
          <p:nvPicPr>
            <p:cNvPr id="5" name="Graphic 4" descr="Single gear with solid fill">
              <a:extLst>
                <a:ext uri="{FF2B5EF4-FFF2-40B4-BE49-F238E27FC236}">
                  <a16:creationId xmlns:a16="http://schemas.microsoft.com/office/drawing/2014/main" id="{4B18C352-FF1B-4D62-9287-C1AB5018E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5324" y="33337"/>
              <a:ext cx="2505076" cy="2505076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6C5D74D-6EAD-49FE-B734-AE5A2AD5E4C0}"/>
                </a:ext>
              </a:extLst>
            </p:cNvPr>
            <p:cNvSpPr/>
            <p:nvPr/>
          </p:nvSpPr>
          <p:spPr>
            <a:xfrm>
              <a:off x="1600200" y="947737"/>
              <a:ext cx="695324" cy="67627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533DEC2-8FCE-4EB2-8AFC-024AB13CCAEE}"/>
              </a:ext>
            </a:extLst>
          </p:cNvPr>
          <p:cNvSpPr/>
          <p:nvPr/>
        </p:nvSpPr>
        <p:spPr>
          <a:xfrm>
            <a:off x="2085974" y="2464252"/>
            <a:ext cx="2505076" cy="7881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0" i="0" dirty="0" err="1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Tkinter</a:t>
            </a:r>
            <a:endParaRPr lang="en-IN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CD1F17-5BB3-4915-A7AF-1AC8EF2D3690}"/>
              </a:ext>
            </a:extLst>
          </p:cNvPr>
          <p:cNvSpPr/>
          <p:nvPr/>
        </p:nvSpPr>
        <p:spPr>
          <a:xfrm>
            <a:off x="2085974" y="4166845"/>
            <a:ext cx="2505076" cy="7881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 err="1">
                <a:latin typeface="Bahnschrift" panose="020B0502040204020203" pitchFamily="34" charset="0"/>
              </a:rPr>
              <a:t>difflib</a:t>
            </a:r>
            <a:endParaRPr lang="en-IN" sz="3600" dirty="0">
              <a:latin typeface="Bahnschrift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BE9D86-3DAD-46F4-973F-EE07D22B61BE}"/>
              </a:ext>
            </a:extLst>
          </p:cNvPr>
          <p:cNvSpPr/>
          <p:nvPr/>
        </p:nvSpPr>
        <p:spPr>
          <a:xfrm>
            <a:off x="1681161" y="5747995"/>
            <a:ext cx="3314701" cy="7881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err="1"/>
              <a:t>SequenceMatcher</a:t>
            </a:r>
            <a:endParaRPr lang="en-IN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09AEFB-C489-4177-B31C-647B1311E457}"/>
              </a:ext>
            </a:extLst>
          </p:cNvPr>
          <p:cNvSpPr txBox="1"/>
          <p:nvPr/>
        </p:nvSpPr>
        <p:spPr>
          <a:xfrm>
            <a:off x="3895724" y="293026"/>
            <a:ext cx="95154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Extra Bold" panose="02060903040505020403" pitchFamily="18" charset="0"/>
              </a:rPr>
              <a:t>PACKAGES USED</a:t>
            </a:r>
            <a:endParaRPr lang="en-IN" sz="6600" dirty="0">
              <a:solidFill>
                <a:schemeClr val="tx1">
                  <a:lumMod val="85000"/>
                  <a:lumOff val="15000"/>
                </a:schemeClr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D579A0-8E25-4BFB-B70C-F4037CCE0E7D}"/>
              </a:ext>
            </a:extLst>
          </p:cNvPr>
          <p:cNvSpPr txBox="1"/>
          <p:nvPr/>
        </p:nvSpPr>
        <p:spPr>
          <a:xfrm>
            <a:off x="5362575" y="2535182"/>
            <a:ext cx="576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Creates simple GUI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Visualizes Data.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136A0-E197-4722-BD9A-DE62E9FA7DD4}"/>
              </a:ext>
            </a:extLst>
          </p:cNvPr>
          <p:cNvSpPr txBox="1"/>
          <p:nvPr/>
        </p:nvSpPr>
        <p:spPr>
          <a:xfrm>
            <a:off x="5362575" y="4237775"/>
            <a:ext cx="576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Code Diff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Spell Checking &amp; Auto-correction.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4B5A42-0344-44FC-9282-56EB74893B66}"/>
              </a:ext>
            </a:extLst>
          </p:cNvPr>
          <p:cNvSpPr txBox="1"/>
          <p:nvPr/>
        </p:nvSpPr>
        <p:spPr>
          <a:xfrm>
            <a:off x="5362574" y="5813478"/>
            <a:ext cx="576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File or Document Differencing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Data Deduplication.</a:t>
            </a:r>
          </a:p>
        </p:txBody>
      </p:sp>
    </p:spTree>
    <p:extLst>
      <p:ext uri="{BB962C8B-B14F-4D97-AF65-F5344CB8AC3E}">
        <p14:creationId xmlns:p14="http://schemas.microsoft.com/office/powerpoint/2010/main" val="25977917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57662B-5E86-4080-8D20-41C7F9B79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43578F8-FEB7-40CF-A95F-8B6974253153}"/>
              </a:ext>
            </a:extLst>
          </p:cNvPr>
          <p:cNvSpPr/>
          <p:nvPr/>
        </p:nvSpPr>
        <p:spPr>
          <a:xfrm>
            <a:off x="0" y="4075771"/>
            <a:ext cx="12192000" cy="3429000"/>
          </a:xfrm>
          <a:custGeom>
            <a:avLst/>
            <a:gdLst/>
            <a:ahLst/>
            <a:cxnLst/>
            <a:rect l="l" t="t" r="r" b="b"/>
            <a:pathLst>
              <a:path w="12192000" h="3429000">
                <a:moveTo>
                  <a:pt x="4020786" y="1442219"/>
                </a:moveTo>
                <a:lnTo>
                  <a:pt x="4170545" y="2004975"/>
                </a:lnTo>
                <a:lnTo>
                  <a:pt x="3858935" y="2004975"/>
                </a:lnTo>
                <a:close/>
                <a:moveTo>
                  <a:pt x="9163094" y="1217116"/>
                </a:moveTo>
                <a:cubicBezTo>
                  <a:pt x="9232548" y="1217116"/>
                  <a:pt x="9279522" y="1255564"/>
                  <a:pt x="9304016" y="1332458"/>
                </a:cubicBezTo>
                <a:cubicBezTo>
                  <a:pt x="9328510" y="1409353"/>
                  <a:pt x="9340758" y="1556010"/>
                  <a:pt x="9340758" y="1772431"/>
                </a:cubicBezTo>
                <a:cubicBezTo>
                  <a:pt x="9340758" y="1989472"/>
                  <a:pt x="9328510" y="2136285"/>
                  <a:pt x="9304016" y="2212869"/>
                </a:cubicBezTo>
                <a:cubicBezTo>
                  <a:pt x="9279522" y="2289454"/>
                  <a:pt x="9232548" y="2327746"/>
                  <a:pt x="9163094" y="2327746"/>
                </a:cubicBezTo>
                <a:cubicBezTo>
                  <a:pt x="9093642" y="2327746"/>
                  <a:pt x="9046668" y="2289454"/>
                  <a:pt x="9022173" y="2212869"/>
                </a:cubicBezTo>
                <a:cubicBezTo>
                  <a:pt x="8997678" y="2136285"/>
                  <a:pt x="8985431" y="1989472"/>
                  <a:pt x="8985431" y="1772431"/>
                </a:cubicBezTo>
                <a:cubicBezTo>
                  <a:pt x="8985431" y="1555390"/>
                  <a:pt x="8997678" y="1408577"/>
                  <a:pt x="9022173" y="1331993"/>
                </a:cubicBezTo>
                <a:cubicBezTo>
                  <a:pt x="9046668" y="1255408"/>
                  <a:pt x="9093642" y="1217116"/>
                  <a:pt x="9163094" y="1217116"/>
                </a:cubicBezTo>
                <a:close/>
                <a:moveTo>
                  <a:pt x="9879516" y="1138051"/>
                </a:moveTo>
                <a:lnTo>
                  <a:pt x="9879516" y="1990092"/>
                </a:lnTo>
                <a:cubicBezTo>
                  <a:pt x="9879516" y="2282167"/>
                  <a:pt x="10040436" y="2428205"/>
                  <a:pt x="10362277" y="2428205"/>
                </a:cubicBezTo>
                <a:cubicBezTo>
                  <a:pt x="10685358" y="2428205"/>
                  <a:pt x="10846899" y="2282167"/>
                  <a:pt x="10846899" y="1990092"/>
                </a:cubicBezTo>
                <a:lnTo>
                  <a:pt x="10846899" y="1138051"/>
                </a:lnTo>
                <a:lnTo>
                  <a:pt x="10723185" y="1138051"/>
                </a:lnTo>
                <a:lnTo>
                  <a:pt x="10723185" y="1990092"/>
                </a:lnTo>
                <a:cubicBezTo>
                  <a:pt x="10723185" y="2191010"/>
                  <a:pt x="10639780" y="2291469"/>
                  <a:pt x="10472968" y="2291469"/>
                </a:cubicBezTo>
                <a:cubicBezTo>
                  <a:pt x="10386772" y="2291469"/>
                  <a:pt x="10327706" y="2271005"/>
                  <a:pt x="10295770" y="2230078"/>
                </a:cubicBezTo>
                <a:cubicBezTo>
                  <a:pt x="10263834" y="2189150"/>
                  <a:pt x="10247866" y="2112875"/>
                  <a:pt x="10247866" y="2001254"/>
                </a:cubicBezTo>
                <a:lnTo>
                  <a:pt x="10247866" y="1138051"/>
                </a:lnTo>
                <a:close/>
                <a:moveTo>
                  <a:pt x="7549724" y="1138051"/>
                </a:moveTo>
                <a:lnTo>
                  <a:pt x="7892028" y="1938933"/>
                </a:lnTo>
                <a:lnTo>
                  <a:pt x="7892028" y="2407741"/>
                </a:lnTo>
                <a:lnTo>
                  <a:pt x="8260378" y="2407741"/>
                </a:lnTo>
                <a:lnTo>
                  <a:pt x="8260378" y="1938933"/>
                </a:lnTo>
                <a:lnTo>
                  <a:pt x="8570126" y="1138051"/>
                </a:lnTo>
                <a:lnTo>
                  <a:pt x="8423158" y="1138051"/>
                </a:lnTo>
                <a:lnTo>
                  <a:pt x="8190615" y="1750107"/>
                </a:lnTo>
                <a:lnTo>
                  <a:pt x="7932026" y="1138051"/>
                </a:lnTo>
                <a:close/>
                <a:moveTo>
                  <a:pt x="5891109" y="1138051"/>
                </a:moveTo>
                <a:lnTo>
                  <a:pt x="5891109" y="2407741"/>
                </a:lnTo>
                <a:lnTo>
                  <a:pt x="6259458" y="2407741"/>
                </a:lnTo>
                <a:lnTo>
                  <a:pt x="6259458" y="1911027"/>
                </a:lnTo>
                <a:lnTo>
                  <a:pt x="6312478" y="1851496"/>
                </a:lnTo>
                <a:lnTo>
                  <a:pt x="6610134" y="2407741"/>
                </a:lnTo>
                <a:lnTo>
                  <a:pt x="7020342" y="2407741"/>
                </a:lnTo>
                <a:lnTo>
                  <a:pt x="6552464" y="1538957"/>
                </a:lnTo>
                <a:lnTo>
                  <a:pt x="6869654" y="1138051"/>
                </a:lnTo>
                <a:lnTo>
                  <a:pt x="6696641" y="1138051"/>
                </a:lnTo>
                <a:lnTo>
                  <a:pt x="6259458" y="1703598"/>
                </a:lnTo>
                <a:lnTo>
                  <a:pt x="6259458" y="1138051"/>
                </a:lnTo>
                <a:close/>
                <a:moveTo>
                  <a:pt x="4741598" y="1138051"/>
                </a:moveTo>
                <a:lnTo>
                  <a:pt x="4741598" y="2407741"/>
                </a:lnTo>
                <a:lnTo>
                  <a:pt x="4865311" y="2407741"/>
                </a:lnTo>
                <a:lnTo>
                  <a:pt x="4865311" y="1604069"/>
                </a:lnTo>
                <a:lnTo>
                  <a:pt x="5395511" y="2407741"/>
                </a:lnTo>
                <a:lnTo>
                  <a:pt x="5677354" y="2407741"/>
                </a:lnTo>
                <a:lnTo>
                  <a:pt x="5677354" y="1138051"/>
                </a:lnTo>
                <a:lnTo>
                  <a:pt x="5553641" y="1138051"/>
                </a:lnTo>
                <a:lnTo>
                  <a:pt x="5553641" y="2005905"/>
                </a:lnTo>
                <a:lnTo>
                  <a:pt x="4975072" y="1138051"/>
                </a:lnTo>
                <a:close/>
                <a:moveTo>
                  <a:pt x="3973347" y="1138051"/>
                </a:moveTo>
                <a:lnTo>
                  <a:pt x="3597556" y="2407741"/>
                </a:lnTo>
                <a:lnTo>
                  <a:pt x="3741733" y="2407741"/>
                </a:lnTo>
                <a:lnTo>
                  <a:pt x="3822659" y="2132409"/>
                </a:lnTo>
                <a:lnTo>
                  <a:pt x="4204961" y="2132409"/>
                </a:lnTo>
                <a:lnTo>
                  <a:pt x="4280305" y="2407741"/>
                </a:lnTo>
                <a:lnTo>
                  <a:pt x="4650515" y="2407741"/>
                </a:lnTo>
                <a:lnTo>
                  <a:pt x="4297048" y="1138051"/>
                </a:lnTo>
                <a:close/>
                <a:moveTo>
                  <a:pt x="2462109" y="1138051"/>
                </a:moveTo>
                <a:lnTo>
                  <a:pt x="2462109" y="2407741"/>
                </a:lnTo>
                <a:lnTo>
                  <a:pt x="2830459" y="2407741"/>
                </a:lnTo>
                <a:lnTo>
                  <a:pt x="2830459" y="1776152"/>
                </a:lnTo>
                <a:lnTo>
                  <a:pt x="3130905" y="1776152"/>
                </a:lnTo>
                <a:lnTo>
                  <a:pt x="3130905" y="2407741"/>
                </a:lnTo>
                <a:lnTo>
                  <a:pt x="3499255" y="2407741"/>
                </a:lnTo>
                <a:lnTo>
                  <a:pt x="3499255" y="1138051"/>
                </a:lnTo>
                <a:lnTo>
                  <a:pt x="3130905" y="1138051"/>
                </a:lnTo>
                <a:lnTo>
                  <a:pt x="3130905" y="1648718"/>
                </a:lnTo>
                <a:lnTo>
                  <a:pt x="2830459" y="1648718"/>
                </a:lnTo>
                <a:lnTo>
                  <a:pt x="2830459" y="1138051"/>
                </a:lnTo>
                <a:close/>
                <a:moveTo>
                  <a:pt x="1347796" y="1138051"/>
                </a:moveTo>
                <a:lnTo>
                  <a:pt x="1347796" y="1265485"/>
                </a:lnTo>
                <a:lnTo>
                  <a:pt x="1661265" y="1265485"/>
                </a:lnTo>
                <a:lnTo>
                  <a:pt x="1661265" y="2407741"/>
                </a:lnTo>
                <a:lnTo>
                  <a:pt x="2051938" y="2407741"/>
                </a:lnTo>
                <a:lnTo>
                  <a:pt x="2051938" y="1265485"/>
                </a:lnTo>
                <a:lnTo>
                  <a:pt x="2363548" y="1265485"/>
                </a:lnTo>
                <a:lnTo>
                  <a:pt x="2363548" y="1138051"/>
                </a:lnTo>
                <a:close/>
                <a:moveTo>
                  <a:pt x="9173326" y="1115727"/>
                </a:moveTo>
                <a:cubicBezTo>
                  <a:pt x="8790094" y="1115727"/>
                  <a:pt x="8598478" y="1329668"/>
                  <a:pt x="8598478" y="1757548"/>
                </a:cubicBezTo>
                <a:cubicBezTo>
                  <a:pt x="8598478" y="2205273"/>
                  <a:pt x="8786684" y="2429135"/>
                  <a:pt x="9163094" y="2429135"/>
                </a:cubicBezTo>
                <a:cubicBezTo>
                  <a:pt x="9539506" y="2429135"/>
                  <a:pt x="9727711" y="2210234"/>
                  <a:pt x="9727711" y="1772431"/>
                </a:cubicBezTo>
                <a:cubicBezTo>
                  <a:pt x="9727711" y="1334628"/>
                  <a:pt x="9542916" y="1115727"/>
                  <a:pt x="9173326" y="111572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37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176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Black</vt:lpstr>
      <vt:lpstr>Bahnschrift</vt:lpstr>
      <vt:lpstr>Calibri</vt:lpstr>
      <vt:lpstr>Calibri Light</vt:lpstr>
      <vt:lpstr>Harlow Solid Italic</vt:lpstr>
      <vt:lpstr>Rockwell Extra Bold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25</cp:revision>
  <dcterms:created xsi:type="dcterms:W3CDTF">2025-01-20T21:34:00Z</dcterms:created>
  <dcterms:modified xsi:type="dcterms:W3CDTF">2025-02-26T21:35:32Z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65401ACBB6FA4171BD1EC24568859DDB_13</vt:lpwstr>
  </property>
  <property fmtid="{D5CDD505-2E9C-101B-9397-08002B2CF9AE}" pid="3" name="KSOProductBuildVer">
    <vt:lpwstr>1033-12.2.0.19805</vt:lpwstr>
  </property>
</Properties>
</file>